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73" r:id="rId7"/>
    <p:sldId id="261" r:id="rId8"/>
    <p:sldId id="262" r:id="rId9"/>
    <p:sldId id="263" r:id="rId10"/>
    <p:sldId id="269" r:id="rId11"/>
    <p:sldId id="264" r:id="rId12"/>
    <p:sldId id="267" r:id="rId13"/>
    <p:sldId id="271"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519035-575E-4254-98E0-2E56079CCF4B}" v="45" dt="2025-06-01T07:09:09.3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77" autoAdjust="0"/>
    <p:restoredTop sz="94660"/>
  </p:normalViewPr>
  <p:slideViewPr>
    <p:cSldViewPr snapToGrid="0">
      <p:cViewPr varScale="1">
        <p:scale>
          <a:sx n="109" d="100"/>
          <a:sy n="109" d="100"/>
        </p:scale>
        <p:origin x="246"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phiwat Deelorm" userId="aa3a58ede5475c9d" providerId="LiveId" clId="{08519035-575E-4254-98E0-2E56079CCF4B}"/>
    <pc:docChg chg="undo custSel addSld delSld modSld sldOrd">
      <pc:chgData name="Aphiwat Deelorm" userId="aa3a58ede5475c9d" providerId="LiveId" clId="{08519035-575E-4254-98E0-2E56079CCF4B}" dt="2025-06-01T07:32:27.198" v="741" actId="207"/>
      <pc:docMkLst>
        <pc:docMk/>
      </pc:docMkLst>
      <pc:sldChg chg="modSp mod">
        <pc:chgData name="Aphiwat Deelorm" userId="aa3a58ede5475c9d" providerId="LiveId" clId="{08519035-575E-4254-98E0-2E56079CCF4B}" dt="2025-06-01T07:03:48.034" v="296"/>
        <pc:sldMkLst>
          <pc:docMk/>
          <pc:sldMk cId="0" sldId="257"/>
        </pc:sldMkLst>
        <pc:spChg chg="mod">
          <ac:chgData name="Aphiwat Deelorm" userId="aa3a58ede5475c9d" providerId="LiveId" clId="{08519035-575E-4254-98E0-2E56079CCF4B}" dt="2025-06-01T07:03:48.034" v="296"/>
          <ac:spMkLst>
            <pc:docMk/>
            <pc:sldMk cId="0" sldId="257"/>
            <ac:spMk id="163" creationId="{00000000-0000-0000-0000-000000000000}"/>
          </ac:spMkLst>
        </pc:spChg>
      </pc:sldChg>
      <pc:sldChg chg="modSp mod">
        <pc:chgData name="Aphiwat Deelorm" userId="aa3a58ede5475c9d" providerId="LiveId" clId="{08519035-575E-4254-98E0-2E56079CCF4B}" dt="2025-06-01T06:43:49.353" v="114" actId="14100"/>
        <pc:sldMkLst>
          <pc:docMk/>
          <pc:sldMk cId="0" sldId="258"/>
        </pc:sldMkLst>
        <pc:spChg chg="mod">
          <ac:chgData name="Aphiwat Deelorm" userId="aa3a58ede5475c9d" providerId="LiveId" clId="{08519035-575E-4254-98E0-2E56079CCF4B}" dt="2025-06-01T06:43:49.353" v="114" actId="14100"/>
          <ac:spMkLst>
            <pc:docMk/>
            <pc:sldMk cId="0" sldId="258"/>
            <ac:spMk id="172" creationId="{00000000-0000-0000-0000-000000000000}"/>
          </ac:spMkLst>
        </pc:spChg>
      </pc:sldChg>
      <pc:sldChg chg="addSp delSp modSp mod">
        <pc:chgData name="Aphiwat Deelorm" userId="aa3a58ede5475c9d" providerId="LiveId" clId="{08519035-575E-4254-98E0-2E56079CCF4B}" dt="2025-06-01T07:32:27.198" v="741" actId="207"/>
        <pc:sldMkLst>
          <pc:docMk/>
          <pc:sldMk cId="0" sldId="259"/>
        </pc:sldMkLst>
        <pc:spChg chg="add del mod">
          <ac:chgData name="Aphiwat Deelorm" userId="aa3a58ede5475c9d" providerId="LiveId" clId="{08519035-575E-4254-98E0-2E56079CCF4B}" dt="2025-06-01T07:27:17.851" v="537" actId="478"/>
          <ac:spMkLst>
            <pc:docMk/>
            <pc:sldMk cId="0" sldId="259"/>
            <ac:spMk id="2" creationId="{24B9A638-259F-6E89-B177-1DE9803B4E4A}"/>
          </ac:spMkLst>
        </pc:spChg>
        <pc:spChg chg="add mod">
          <ac:chgData name="Aphiwat Deelorm" userId="aa3a58ede5475c9d" providerId="LiveId" clId="{08519035-575E-4254-98E0-2E56079CCF4B}" dt="2025-06-01T07:32:27.198" v="741" actId="207"/>
          <ac:spMkLst>
            <pc:docMk/>
            <pc:sldMk cId="0" sldId="259"/>
            <ac:spMk id="3" creationId="{AFE8314B-0F1D-E2A1-0BA8-C0E7E28ABE38}"/>
          </ac:spMkLst>
        </pc:spChg>
        <pc:spChg chg="mod">
          <ac:chgData name="Aphiwat Deelorm" userId="aa3a58ede5475c9d" providerId="LiveId" clId="{08519035-575E-4254-98E0-2E56079CCF4B}" dt="2025-06-01T07:27:25.053" v="539" actId="1076"/>
          <ac:spMkLst>
            <pc:docMk/>
            <pc:sldMk cId="0" sldId="259"/>
            <ac:spMk id="7" creationId="{2B0869B2-B467-005B-4E1A-F2A3BCFBCDA4}"/>
          </ac:spMkLst>
        </pc:spChg>
        <pc:spChg chg="mod">
          <ac:chgData name="Aphiwat Deelorm" userId="aa3a58ede5475c9d" providerId="LiveId" clId="{08519035-575E-4254-98E0-2E56079CCF4B}" dt="2025-06-01T07:27:25.053" v="539" actId="1076"/>
          <ac:spMkLst>
            <pc:docMk/>
            <pc:sldMk cId="0" sldId="259"/>
            <ac:spMk id="9" creationId="{2F529494-0302-0337-113B-78F48E094C8F}"/>
          </ac:spMkLst>
        </pc:spChg>
        <pc:spChg chg="mod">
          <ac:chgData name="Aphiwat Deelorm" userId="aa3a58ede5475c9d" providerId="LiveId" clId="{08519035-575E-4254-98E0-2E56079CCF4B}" dt="2025-06-01T07:27:25.053" v="539" actId="1076"/>
          <ac:spMkLst>
            <pc:docMk/>
            <pc:sldMk cId="0" sldId="259"/>
            <ac:spMk id="11" creationId="{D8374E82-25CA-6E9B-E59C-BD7FC282077E}"/>
          </ac:spMkLst>
        </pc:spChg>
        <pc:spChg chg="mod">
          <ac:chgData name="Aphiwat Deelorm" userId="aa3a58ede5475c9d" providerId="LiveId" clId="{08519035-575E-4254-98E0-2E56079CCF4B}" dt="2025-06-01T07:27:25.053" v="539" actId="1076"/>
          <ac:spMkLst>
            <pc:docMk/>
            <pc:sldMk cId="0" sldId="259"/>
            <ac:spMk id="13" creationId="{8275ED57-260F-2B34-1551-BCF800B5C1D5}"/>
          </ac:spMkLst>
        </pc:spChg>
        <pc:spChg chg="mod">
          <ac:chgData name="Aphiwat Deelorm" userId="aa3a58ede5475c9d" providerId="LiveId" clId="{08519035-575E-4254-98E0-2E56079CCF4B}" dt="2025-06-01T07:28:12.061" v="546" actId="313"/>
          <ac:spMkLst>
            <pc:docMk/>
            <pc:sldMk cId="0" sldId="259"/>
            <ac:spMk id="176" creationId="{00000000-0000-0000-0000-000000000000}"/>
          </ac:spMkLst>
        </pc:spChg>
      </pc:sldChg>
      <pc:sldChg chg="addSp modSp mod">
        <pc:chgData name="Aphiwat Deelorm" userId="aa3a58ede5475c9d" providerId="LiveId" clId="{08519035-575E-4254-98E0-2E56079CCF4B}" dt="2025-06-01T07:07:09.608" v="332" actId="1076"/>
        <pc:sldMkLst>
          <pc:docMk/>
          <pc:sldMk cId="0" sldId="261"/>
        </pc:sldMkLst>
        <pc:spChg chg="add mod">
          <ac:chgData name="Aphiwat Deelorm" userId="aa3a58ede5475c9d" providerId="LiveId" clId="{08519035-575E-4254-98E0-2E56079CCF4B}" dt="2025-06-01T06:47:11.023" v="163" actId="14100"/>
          <ac:spMkLst>
            <pc:docMk/>
            <pc:sldMk cId="0" sldId="261"/>
            <ac:spMk id="2" creationId="{4A1769BD-72D0-46DA-6E58-4DB77490CA9F}"/>
          </ac:spMkLst>
        </pc:spChg>
        <pc:spChg chg="mod">
          <ac:chgData name="Aphiwat Deelorm" userId="aa3a58ede5475c9d" providerId="LiveId" clId="{08519035-575E-4254-98E0-2E56079CCF4B}" dt="2025-06-01T07:07:09.608" v="332" actId="1076"/>
          <ac:spMkLst>
            <pc:docMk/>
            <pc:sldMk cId="0" sldId="261"/>
            <ac:spMk id="3" creationId="{8E3B8789-70CA-4922-B5C2-9DA6EC611274}"/>
          </ac:spMkLst>
        </pc:spChg>
        <pc:spChg chg="mod">
          <ac:chgData name="Aphiwat Deelorm" userId="aa3a58ede5475c9d" providerId="LiveId" clId="{08519035-575E-4254-98E0-2E56079CCF4B}" dt="2025-06-01T06:46:44.643" v="117" actId="1076"/>
          <ac:spMkLst>
            <pc:docMk/>
            <pc:sldMk cId="0" sldId="261"/>
            <ac:spMk id="186" creationId="{00000000-0000-0000-0000-000000000000}"/>
          </ac:spMkLst>
        </pc:spChg>
        <pc:spChg chg="mod">
          <ac:chgData name="Aphiwat Deelorm" userId="aa3a58ede5475c9d" providerId="LiveId" clId="{08519035-575E-4254-98E0-2E56079CCF4B}" dt="2025-06-01T06:46:46.813" v="118" actId="1076"/>
          <ac:spMkLst>
            <pc:docMk/>
            <pc:sldMk cId="0" sldId="261"/>
            <ac:spMk id="187" creationId="{00000000-0000-0000-0000-000000000000}"/>
          </ac:spMkLst>
        </pc:spChg>
        <pc:spChg chg="mod">
          <ac:chgData name="Aphiwat Deelorm" userId="aa3a58ede5475c9d" providerId="LiveId" clId="{08519035-575E-4254-98E0-2E56079CCF4B}" dt="2025-06-01T06:48:55.837" v="189" actId="6549"/>
          <ac:spMkLst>
            <pc:docMk/>
            <pc:sldMk cId="0" sldId="261"/>
            <ac:spMk id="196" creationId="{00000000-0000-0000-0000-000000000000}"/>
          </ac:spMkLst>
        </pc:spChg>
      </pc:sldChg>
      <pc:sldChg chg="addSp modSp mod">
        <pc:chgData name="Aphiwat Deelorm" userId="aa3a58ede5475c9d" providerId="LiveId" clId="{08519035-575E-4254-98E0-2E56079CCF4B}" dt="2025-06-01T07:07:02.096" v="331" actId="1076"/>
        <pc:sldMkLst>
          <pc:docMk/>
          <pc:sldMk cId="0" sldId="262"/>
        </pc:sldMkLst>
        <pc:spChg chg="mod">
          <ac:chgData name="Aphiwat Deelorm" userId="aa3a58ede5475c9d" providerId="LiveId" clId="{08519035-575E-4254-98E0-2E56079CCF4B}" dt="2025-06-01T03:48:16.581" v="1" actId="1076"/>
          <ac:spMkLst>
            <pc:docMk/>
            <pc:sldMk cId="0" sldId="262"/>
            <ac:spMk id="2" creationId="{25C6F863-9C54-F66D-75D4-AED4FC55659B}"/>
          </ac:spMkLst>
        </pc:spChg>
        <pc:spChg chg="add mod">
          <ac:chgData name="Aphiwat Deelorm" userId="aa3a58ede5475c9d" providerId="LiveId" clId="{08519035-575E-4254-98E0-2E56079CCF4B}" dt="2025-06-01T07:06:57.983" v="329" actId="1076"/>
          <ac:spMkLst>
            <pc:docMk/>
            <pc:sldMk cId="0" sldId="262"/>
            <ac:spMk id="7" creationId="{232C7171-BB81-DC15-B7F1-E48FD9F58543}"/>
          </ac:spMkLst>
        </pc:spChg>
        <pc:spChg chg="add mod">
          <ac:chgData name="Aphiwat Deelorm" userId="aa3a58ede5475c9d" providerId="LiveId" clId="{08519035-575E-4254-98E0-2E56079CCF4B}" dt="2025-06-01T07:07:02.096" v="331" actId="1076"/>
          <ac:spMkLst>
            <pc:docMk/>
            <pc:sldMk cId="0" sldId="262"/>
            <ac:spMk id="9" creationId="{27D93E3B-EC41-006A-58DB-F67421C56D53}"/>
          </ac:spMkLst>
        </pc:spChg>
        <pc:cxnChg chg="add mod">
          <ac:chgData name="Aphiwat Deelorm" userId="aa3a58ede5475c9d" providerId="LiveId" clId="{08519035-575E-4254-98E0-2E56079CCF4B}" dt="2025-06-01T06:39:06.320" v="97" actId="14100"/>
          <ac:cxnSpMkLst>
            <pc:docMk/>
            <pc:sldMk cId="0" sldId="262"/>
            <ac:cxnSpMk id="3" creationId="{D3758F15-2D4B-B749-5B9C-0346C75DAB82}"/>
          </ac:cxnSpMkLst>
        </pc:cxnChg>
      </pc:sldChg>
      <pc:sldChg chg="ord">
        <pc:chgData name="Aphiwat Deelorm" userId="aa3a58ede5475c9d" providerId="LiveId" clId="{08519035-575E-4254-98E0-2E56079CCF4B}" dt="2025-06-01T03:56:59.408" v="12"/>
        <pc:sldMkLst>
          <pc:docMk/>
          <pc:sldMk cId="0" sldId="263"/>
        </pc:sldMkLst>
      </pc:sldChg>
      <pc:sldChg chg="addSp modSp mod ord">
        <pc:chgData name="Aphiwat Deelorm" userId="aa3a58ede5475c9d" providerId="LiveId" clId="{08519035-575E-4254-98E0-2E56079CCF4B}" dt="2025-06-01T03:59:15.937" v="33" actId="208"/>
        <pc:sldMkLst>
          <pc:docMk/>
          <pc:sldMk cId="0" sldId="264"/>
        </pc:sldMkLst>
        <pc:spChg chg="add mod">
          <ac:chgData name="Aphiwat Deelorm" userId="aa3a58ede5475c9d" providerId="LiveId" clId="{08519035-575E-4254-98E0-2E56079CCF4B}" dt="2025-06-01T03:59:15.937" v="33" actId="208"/>
          <ac:spMkLst>
            <pc:docMk/>
            <pc:sldMk cId="0" sldId="264"/>
            <ac:spMk id="3" creationId="{EF7DFD87-D7DE-B568-7BAB-7DFAB88D457E}"/>
          </ac:spMkLst>
        </pc:spChg>
      </pc:sldChg>
      <pc:sldChg chg="del ord">
        <pc:chgData name="Aphiwat Deelorm" userId="aa3a58ede5475c9d" providerId="LiveId" clId="{08519035-575E-4254-98E0-2E56079CCF4B}" dt="2025-06-01T03:59:18.983" v="34" actId="47"/>
        <pc:sldMkLst>
          <pc:docMk/>
          <pc:sldMk cId="0" sldId="265"/>
        </pc:sldMkLst>
      </pc:sldChg>
      <pc:sldChg chg="add del ord">
        <pc:chgData name="Aphiwat Deelorm" userId="aa3a58ede5475c9d" providerId="LiveId" clId="{08519035-575E-4254-98E0-2E56079CCF4B}" dt="2025-06-01T03:59:47.637" v="36" actId="47"/>
        <pc:sldMkLst>
          <pc:docMk/>
          <pc:sldMk cId="0" sldId="266"/>
        </pc:sldMkLst>
      </pc:sldChg>
      <pc:sldChg chg="ord">
        <pc:chgData name="Aphiwat Deelorm" userId="aa3a58ede5475c9d" providerId="LiveId" clId="{08519035-575E-4254-98E0-2E56079CCF4B}" dt="2025-06-01T03:57:08.770" v="20"/>
        <pc:sldMkLst>
          <pc:docMk/>
          <pc:sldMk cId="0" sldId="267"/>
        </pc:sldMkLst>
      </pc:sldChg>
      <pc:sldChg chg="addSp delSp modSp mod ord">
        <pc:chgData name="Aphiwat Deelorm" userId="aa3a58ede5475c9d" providerId="LiveId" clId="{08519035-575E-4254-98E0-2E56079CCF4B}" dt="2025-06-01T07:03:01.777" v="294" actId="1076"/>
        <pc:sldMkLst>
          <pc:docMk/>
          <pc:sldMk cId="1975991319" sldId="269"/>
        </pc:sldMkLst>
        <pc:spChg chg="add mod">
          <ac:chgData name="Aphiwat Deelorm" userId="aa3a58ede5475c9d" providerId="LiveId" clId="{08519035-575E-4254-98E0-2E56079CCF4B}" dt="2025-06-01T07:02:58.762" v="293" actId="1076"/>
          <ac:spMkLst>
            <pc:docMk/>
            <pc:sldMk cId="1975991319" sldId="269"/>
            <ac:spMk id="4" creationId="{552EA212-C31C-93F7-0985-0C4CA5FB029C}"/>
          </ac:spMkLst>
        </pc:spChg>
        <pc:spChg chg="add del mod">
          <ac:chgData name="Aphiwat Deelorm" userId="aa3a58ede5475c9d" providerId="LiveId" clId="{08519035-575E-4254-98E0-2E56079CCF4B}" dt="2025-06-01T03:59:32.334" v="35" actId="478"/>
          <ac:spMkLst>
            <pc:docMk/>
            <pc:sldMk cId="1975991319" sldId="269"/>
            <ac:spMk id="4" creationId="{9F383668-162D-08DB-CE8B-009B3B0F3A4B}"/>
          </ac:spMkLst>
        </pc:spChg>
        <pc:spChg chg="add mod">
          <ac:chgData name="Aphiwat Deelorm" userId="aa3a58ede5475c9d" providerId="LiveId" clId="{08519035-575E-4254-98E0-2E56079CCF4B}" dt="2025-06-01T07:02:58.762" v="293" actId="1076"/>
          <ac:spMkLst>
            <pc:docMk/>
            <pc:sldMk cId="1975991319" sldId="269"/>
            <ac:spMk id="7" creationId="{DF2DC202-A663-3A19-566A-ADF07E7F747C}"/>
          </ac:spMkLst>
        </pc:spChg>
        <pc:spChg chg="mod">
          <ac:chgData name="Aphiwat Deelorm" userId="aa3a58ede5475c9d" providerId="LiveId" clId="{08519035-575E-4254-98E0-2E56079CCF4B}" dt="2025-06-01T07:03:01.777" v="294" actId="1076"/>
          <ac:spMkLst>
            <pc:docMk/>
            <pc:sldMk cId="1975991319" sldId="269"/>
            <ac:spMk id="11" creationId="{7BFFE3FE-E084-DBC3-FB9C-E3B0DD168340}"/>
          </ac:spMkLst>
        </pc:spChg>
        <pc:spChg chg="add mod">
          <ac:chgData name="Aphiwat Deelorm" userId="aa3a58ede5475c9d" providerId="LiveId" clId="{08519035-575E-4254-98E0-2E56079CCF4B}" dt="2025-06-01T07:02:58.762" v="293" actId="1076"/>
          <ac:spMkLst>
            <pc:docMk/>
            <pc:sldMk cId="1975991319" sldId="269"/>
            <ac:spMk id="12" creationId="{A1E49277-088C-82D9-EF09-0D6A68A2AFE0}"/>
          </ac:spMkLst>
        </pc:spChg>
        <pc:spChg chg="add del">
          <ac:chgData name="Aphiwat Deelorm" userId="aa3a58ede5475c9d" providerId="LiveId" clId="{08519035-575E-4254-98E0-2E56079CCF4B}" dt="2025-06-01T06:59:35.171" v="257" actId="22"/>
          <ac:spMkLst>
            <pc:docMk/>
            <pc:sldMk cId="1975991319" sldId="269"/>
            <ac:spMk id="18" creationId="{EFFE47DB-2D2D-8723-D3EF-AF27E33A7D89}"/>
          </ac:spMkLst>
        </pc:spChg>
        <pc:spChg chg="add">
          <ac:chgData name="Aphiwat Deelorm" userId="aa3a58ede5475c9d" providerId="LiveId" clId="{08519035-575E-4254-98E0-2E56079CCF4B}" dt="2025-06-01T06:59:35.942" v="258"/>
          <ac:spMkLst>
            <pc:docMk/>
            <pc:sldMk cId="1975991319" sldId="269"/>
            <ac:spMk id="19" creationId="{14ABFAC2-D537-73FF-8AE7-04282C1FE6E7}"/>
          </ac:spMkLst>
        </pc:spChg>
        <pc:spChg chg="add">
          <ac:chgData name="Aphiwat Deelorm" userId="aa3a58ede5475c9d" providerId="LiveId" clId="{08519035-575E-4254-98E0-2E56079CCF4B}" dt="2025-06-01T06:59:39.123" v="259"/>
          <ac:spMkLst>
            <pc:docMk/>
            <pc:sldMk cId="1975991319" sldId="269"/>
            <ac:spMk id="20" creationId="{177F3574-E5A4-DC5B-E3D0-762CAECF6BA0}"/>
          </ac:spMkLst>
        </pc:spChg>
        <pc:spChg chg="add">
          <ac:chgData name="Aphiwat Deelorm" userId="aa3a58ede5475c9d" providerId="LiveId" clId="{08519035-575E-4254-98E0-2E56079CCF4B}" dt="2025-06-01T07:00:35.729" v="262"/>
          <ac:spMkLst>
            <pc:docMk/>
            <pc:sldMk cId="1975991319" sldId="269"/>
            <ac:spMk id="22" creationId="{78E21CFF-D14E-8103-DC6E-F928F14D75A8}"/>
          </ac:spMkLst>
        </pc:spChg>
        <pc:spChg chg="mod">
          <ac:chgData name="Aphiwat Deelorm" userId="aa3a58ede5475c9d" providerId="LiveId" clId="{08519035-575E-4254-98E0-2E56079CCF4B}" dt="2025-06-01T07:02:58.762" v="293" actId="1076"/>
          <ac:spMkLst>
            <pc:docMk/>
            <pc:sldMk cId="1975991319" sldId="269"/>
            <ac:spMk id="23" creationId="{BA70AB4E-A4E2-6422-B243-95BDAF7E0104}"/>
          </ac:spMkLst>
        </pc:spChg>
        <pc:spChg chg="del mod">
          <ac:chgData name="Aphiwat Deelorm" userId="aa3a58ede5475c9d" providerId="LiveId" clId="{08519035-575E-4254-98E0-2E56079CCF4B}" dt="2025-06-01T06:55:39.120" v="234" actId="478"/>
          <ac:spMkLst>
            <pc:docMk/>
            <pc:sldMk cId="1975991319" sldId="269"/>
            <ac:spMk id="24" creationId="{03E9C118-73D7-30CD-1DC7-7E5F8F804AD5}"/>
          </ac:spMkLst>
        </pc:spChg>
        <pc:spChg chg="add">
          <ac:chgData name="Aphiwat Deelorm" userId="aa3a58ede5475c9d" providerId="LiveId" clId="{08519035-575E-4254-98E0-2E56079CCF4B}" dt="2025-06-01T07:00:37.956" v="263"/>
          <ac:spMkLst>
            <pc:docMk/>
            <pc:sldMk cId="1975991319" sldId="269"/>
            <ac:spMk id="25" creationId="{45403832-E4CE-0FA0-4979-49D474D0D81C}"/>
          </ac:spMkLst>
        </pc:spChg>
        <pc:spChg chg="add del mod">
          <ac:chgData name="Aphiwat Deelorm" userId="aa3a58ede5475c9d" providerId="LiveId" clId="{08519035-575E-4254-98E0-2E56079CCF4B}" dt="2025-06-01T07:01:07.312" v="268" actId="478"/>
          <ac:spMkLst>
            <pc:docMk/>
            <pc:sldMk cId="1975991319" sldId="269"/>
            <ac:spMk id="27" creationId="{AA02F4B5-5A1B-8EEA-F92E-6FCB0A98ADCB}"/>
          </ac:spMkLst>
        </pc:spChg>
        <pc:spChg chg="add mod">
          <ac:chgData name="Aphiwat Deelorm" userId="aa3a58ede5475c9d" providerId="LiveId" clId="{08519035-575E-4254-98E0-2E56079CCF4B}" dt="2025-06-01T07:02:58.762" v="293" actId="1076"/>
          <ac:spMkLst>
            <pc:docMk/>
            <pc:sldMk cId="1975991319" sldId="269"/>
            <ac:spMk id="30" creationId="{20D5151D-5257-E41F-07C2-A5708ECAB661}"/>
          </ac:spMkLst>
        </pc:spChg>
        <pc:spChg chg="add mod">
          <ac:chgData name="Aphiwat Deelorm" userId="aa3a58ede5475c9d" providerId="LiveId" clId="{08519035-575E-4254-98E0-2E56079CCF4B}" dt="2025-06-01T07:02:58.762" v="293" actId="1076"/>
          <ac:spMkLst>
            <pc:docMk/>
            <pc:sldMk cId="1975991319" sldId="269"/>
            <ac:spMk id="32" creationId="{6070EF97-ED15-249B-F6D8-EF0444179915}"/>
          </ac:spMkLst>
        </pc:spChg>
        <pc:spChg chg="mod">
          <ac:chgData name="Aphiwat Deelorm" userId="aa3a58ede5475c9d" providerId="LiveId" clId="{08519035-575E-4254-98E0-2E56079CCF4B}" dt="2025-06-01T03:59:58.397" v="37" actId="1076"/>
          <ac:spMkLst>
            <pc:docMk/>
            <pc:sldMk cId="1975991319" sldId="269"/>
            <ac:spMk id="234" creationId="{56EB5DEC-3448-C68F-5893-4D4220F92203}"/>
          </ac:spMkLst>
        </pc:spChg>
        <pc:spChg chg="mod">
          <ac:chgData name="Aphiwat Deelorm" userId="aa3a58ede5475c9d" providerId="LiveId" clId="{08519035-575E-4254-98E0-2E56079CCF4B}" dt="2025-06-01T06:52:51.988" v="201"/>
          <ac:spMkLst>
            <pc:docMk/>
            <pc:sldMk cId="1975991319" sldId="269"/>
            <ac:spMk id="235" creationId="{AB13F106-ED75-6F8E-0B07-2193D5631C54}"/>
          </ac:spMkLst>
        </pc:spChg>
        <pc:grpChg chg="add mod">
          <ac:chgData name="Aphiwat Deelorm" userId="aa3a58ede5475c9d" providerId="LiveId" clId="{08519035-575E-4254-98E0-2E56079CCF4B}" dt="2025-06-01T06:56:00.170" v="242" actId="164"/>
          <ac:grpSpMkLst>
            <pc:docMk/>
            <pc:sldMk cId="1975991319" sldId="269"/>
            <ac:grpSpMk id="14" creationId="{62F84E6A-0CA2-AF76-3410-3347876E0767}"/>
          </ac:grpSpMkLst>
        </pc:grpChg>
        <pc:picChg chg="mod">
          <ac:chgData name="Aphiwat Deelorm" userId="aa3a58ede5475c9d" providerId="LiveId" clId="{08519035-575E-4254-98E0-2E56079CCF4B}" dt="2025-06-01T07:02:58.762" v="293" actId="1076"/>
          <ac:picMkLst>
            <pc:docMk/>
            <pc:sldMk cId="1975991319" sldId="269"/>
            <ac:picMk id="3" creationId="{13BE40EB-173F-880E-8BEE-43A1E6461A76}"/>
          </ac:picMkLst>
        </pc:picChg>
        <pc:picChg chg="mod">
          <ac:chgData name="Aphiwat Deelorm" userId="aa3a58ede5475c9d" providerId="LiveId" clId="{08519035-575E-4254-98E0-2E56079CCF4B}" dt="2025-06-01T07:02:58.762" v="293" actId="1076"/>
          <ac:picMkLst>
            <pc:docMk/>
            <pc:sldMk cId="1975991319" sldId="269"/>
            <ac:picMk id="5" creationId="{3407E5F5-3FC1-24FA-00F7-82496CE92605}"/>
          </ac:picMkLst>
        </pc:picChg>
        <pc:picChg chg="mod">
          <ac:chgData name="Aphiwat Deelorm" userId="aa3a58ede5475c9d" providerId="LiveId" clId="{08519035-575E-4254-98E0-2E56079CCF4B}" dt="2025-06-01T07:02:58.762" v="293" actId="1076"/>
          <ac:picMkLst>
            <pc:docMk/>
            <pc:sldMk cId="1975991319" sldId="269"/>
            <ac:picMk id="9" creationId="{0D7275C8-7944-13BC-2B71-906CF4FCAE94}"/>
          </ac:picMkLst>
        </pc:picChg>
        <pc:picChg chg="mod">
          <ac:chgData name="Aphiwat Deelorm" userId="aa3a58ede5475c9d" providerId="LiveId" clId="{08519035-575E-4254-98E0-2E56079CCF4B}" dt="2025-06-01T07:03:01.777" v="294" actId="1076"/>
          <ac:picMkLst>
            <pc:docMk/>
            <pc:sldMk cId="1975991319" sldId="269"/>
            <ac:picMk id="10" creationId="{7A9EC610-1278-0B86-F175-596F0DE125AB}"/>
          </ac:picMkLst>
        </pc:picChg>
        <pc:cxnChg chg="del mod">
          <ac:chgData name="Aphiwat Deelorm" userId="aa3a58ede5475c9d" providerId="LiveId" clId="{08519035-575E-4254-98E0-2E56079CCF4B}" dt="2025-06-01T06:56:47.327" v="250" actId="478"/>
          <ac:cxnSpMkLst>
            <pc:docMk/>
            <pc:sldMk cId="1975991319" sldId="269"/>
            <ac:cxnSpMk id="15" creationId="{17D0D99E-42B2-7D06-AEBD-986721090AB3}"/>
          </ac:cxnSpMkLst>
        </pc:cxnChg>
        <pc:cxnChg chg="mod">
          <ac:chgData name="Aphiwat Deelorm" userId="aa3a58ede5475c9d" providerId="LiveId" clId="{08519035-575E-4254-98E0-2E56079CCF4B}" dt="2025-06-01T07:02:00.021" v="281" actId="14100"/>
          <ac:cxnSpMkLst>
            <pc:docMk/>
            <pc:sldMk cId="1975991319" sldId="269"/>
            <ac:cxnSpMk id="21" creationId="{18AEAF8E-568F-F54B-344F-E703778389B2}"/>
          </ac:cxnSpMkLst>
        </pc:cxnChg>
        <pc:cxnChg chg="add mod">
          <ac:chgData name="Aphiwat Deelorm" userId="aa3a58ede5475c9d" providerId="LiveId" clId="{08519035-575E-4254-98E0-2E56079CCF4B}" dt="2025-06-01T07:02:35" v="287" actId="1076"/>
          <ac:cxnSpMkLst>
            <pc:docMk/>
            <pc:sldMk cId="1975991319" sldId="269"/>
            <ac:cxnSpMk id="29" creationId="{A596A6F3-4F1D-1BA2-A781-B0FF17E3ABA1}"/>
          </ac:cxnSpMkLst>
        </pc:cxnChg>
        <pc:cxnChg chg="add mod">
          <ac:chgData name="Aphiwat Deelorm" userId="aa3a58ede5475c9d" providerId="LiveId" clId="{08519035-575E-4254-98E0-2E56079CCF4B}" dt="2025-06-01T07:02:58.762" v="293" actId="1076"/>
          <ac:cxnSpMkLst>
            <pc:docMk/>
            <pc:sldMk cId="1975991319" sldId="269"/>
            <ac:cxnSpMk id="31" creationId="{903E36C2-85D1-BC18-0A1D-B47AC54F35CA}"/>
          </ac:cxnSpMkLst>
        </pc:cxnChg>
      </pc:sldChg>
      <pc:sldChg chg="add del">
        <pc:chgData name="Aphiwat Deelorm" userId="aa3a58ede5475c9d" providerId="LiveId" clId="{08519035-575E-4254-98E0-2E56079CCF4B}" dt="2025-06-01T06:17:12.230" v="44" actId="47"/>
        <pc:sldMkLst>
          <pc:docMk/>
          <pc:sldMk cId="3144630283" sldId="270"/>
        </pc:sldMkLst>
      </pc:sldChg>
      <pc:sldChg chg="delSp modSp add mod">
        <pc:chgData name="Aphiwat Deelorm" userId="aa3a58ede5475c9d" providerId="LiveId" clId="{08519035-575E-4254-98E0-2E56079CCF4B}" dt="2025-06-01T06:18:00.629" v="59" actId="1076"/>
        <pc:sldMkLst>
          <pc:docMk/>
          <pc:sldMk cId="3826303157" sldId="271"/>
        </pc:sldMkLst>
        <pc:spChg chg="mod">
          <ac:chgData name="Aphiwat Deelorm" userId="aa3a58ede5475c9d" providerId="LiveId" clId="{08519035-575E-4254-98E0-2E56079CCF4B}" dt="2025-06-01T06:17:57.673" v="58" actId="1076"/>
          <ac:spMkLst>
            <pc:docMk/>
            <pc:sldMk cId="3826303157" sldId="271"/>
            <ac:spMk id="158" creationId="{4EFA49F0-6564-6F60-89F2-F2B0381741E8}"/>
          </ac:spMkLst>
        </pc:spChg>
        <pc:spChg chg="mod">
          <ac:chgData name="Aphiwat Deelorm" userId="aa3a58ede5475c9d" providerId="LiveId" clId="{08519035-575E-4254-98E0-2E56079CCF4B}" dt="2025-06-01T06:18:00.629" v="59" actId="1076"/>
          <ac:spMkLst>
            <pc:docMk/>
            <pc:sldMk cId="3826303157" sldId="271"/>
            <ac:spMk id="159" creationId="{B6912F30-7021-3F2D-7857-43814E50CD9F}"/>
          </ac:spMkLst>
        </pc:spChg>
        <pc:spChg chg="del">
          <ac:chgData name="Aphiwat Deelorm" userId="aa3a58ede5475c9d" providerId="LiveId" clId="{08519035-575E-4254-98E0-2E56079CCF4B}" dt="2025-06-01T06:17:15.100" v="45" actId="478"/>
          <ac:spMkLst>
            <pc:docMk/>
            <pc:sldMk cId="3826303157" sldId="271"/>
            <ac:spMk id="160" creationId="{61610BF3-04D9-E101-C033-6A139B07356C}"/>
          </ac:spMkLst>
        </pc:spChg>
      </pc:sldChg>
      <pc:sldChg chg="modSp new del mod ord">
        <pc:chgData name="Aphiwat Deelorm" userId="aa3a58ede5475c9d" providerId="LiveId" clId="{08519035-575E-4254-98E0-2E56079CCF4B}" dt="2025-06-01T07:09:11.779" v="340" actId="47"/>
        <pc:sldMkLst>
          <pc:docMk/>
          <pc:sldMk cId="632722640" sldId="272"/>
        </pc:sldMkLst>
        <pc:spChg chg="mod">
          <ac:chgData name="Aphiwat Deelorm" userId="aa3a58ede5475c9d" providerId="LiveId" clId="{08519035-575E-4254-98E0-2E56079CCF4B}" dt="2025-06-01T07:08:39.614" v="336"/>
          <ac:spMkLst>
            <pc:docMk/>
            <pc:sldMk cId="632722640" sldId="272"/>
            <ac:spMk id="3" creationId="{2A7B852A-23AF-E225-2945-CBBC34F9B6CD}"/>
          </ac:spMkLst>
        </pc:spChg>
      </pc:sldChg>
      <pc:sldChg chg="addSp delSp modSp add mod ord">
        <pc:chgData name="Aphiwat Deelorm" userId="aa3a58ede5475c9d" providerId="LiveId" clId="{08519035-575E-4254-98E0-2E56079CCF4B}" dt="2025-06-01T07:28:23.381" v="549" actId="14100"/>
        <pc:sldMkLst>
          <pc:docMk/>
          <pc:sldMk cId="3713298788" sldId="273"/>
        </pc:sldMkLst>
        <pc:spChg chg="add mod">
          <ac:chgData name="Aphiwat Deelorm" userId="aa3a58ede5475c9d" providerId="LiveId" clId="{08519035-575E-4254-98E0-2E56079CCF4B}" dt="2025-06-01T07:28:23.381" v="549" actId="14100"/>
          <ac:spMkLst>
            <pc:docMk/>
            <pc:sldMk cId="3713298788" sldId="273"/>
            <ac:spMk id="3" creationId="{ABAB9CA6-13DA-8CD3-3ECF-7D0DDDD74534}"/>
          </ac:spMkLst>
        </pc:spChg>
        <pc:spChg chg="add mod">
          <ac:chgData name="Aphiwat Deelorm" userId="aa3a58ede5475c9d" providerId="LiveId" clId="{08519035-575E-4254-98E0-2E56079CCF4B}" dt="2025-06-01T07:22:20.392" v="529" actId="1076"/>
          <ac:spMkLst>
            <pc:docMk/>
            <pc:sldMk cId="3713298788" sldId="273"/>
            <ac:spMk id="5" creationId="{840B002C-8FB0-2448-5BC6-5EF473814A71}"/>
          </ac:spMkLst>
        </pc:spChg>
        <pc:spChg chg="del">
          <ac:chgData name="Aphiwat Deelorm" userId="aa3a58ede5475c9d" providerId="LiveId" clId="{08519035-575E-4254-98E0-2E56079CCF4B}" dt="2025-06-01T07:09:09.399" v="339" actId="478"/>
          <ac:spMkLst>
            <pc:docMk/>
            <pc:sldMk cId="3713298788" sldId="273"/>
            <ac:spMk id="7" creationId="{513A32C6-B6A5-F865-B5C5-AA58C401A4EB}"/>
          </ac:spMkLst>
        </pc:spChg>
        <pc:spChg chg="del">
          <ac:chgData name="Aphiwat Deelorm" userId="aa3a58ede5475c9d" providerId="LiveId" clId="{08519035-575E-4254-98E0-2E56079CCF4B}" dt="2025-06-01T07:09:09.399" v="339" actId="478"/>
          <ac:spMkLst>
            <pc:docMk/>
            <pc:sldMk cId="3713298788" sldId="273"/>
            <ac:spMk id="9" creationId="{3F4EE546-03F3-02F3-8EF1-2F260729F970}"/>
          </ac:spMkLst>
        </pc:spChg>
        <pc:spChg chg="del">
          <ac:chgData name="Aphiwat Deelorm" userId="aa3a58ede5475c9d" providerId="LiveId" clId="{08519035-575E-4254-98E0-2E56079CCF4B}" dt="2025-06-01T07:09:09.399" v="339" actId="478"/>
          <ac:spMkLst>
            <pc:docMk/>
            <pc:sldMk cId="3713298788" sldId="273"/>
            <ac:spMk id="11" creationId="{1AAE1266-093F-167D-FBE4-63B9DAC9DF1A}"/>
          </ac:spMkLst>
        </pc:spChg>
        <pc:spChg chg="del">
          <ac:chgData name="Aphiwat Deelorm" userId="aa3a58ede5475c9d" providerId="LiveId" clId="{08519035-575E-4254-98E0-2E56079CCF4B}" dt="2025-06-01T07:09:09.399" v="339" actId="478"/>
          <ac:spMkLst>
            <pc:docMk/>
            <pc:sldMk cId="3713298788" sldId="273"/>
            <ac:spMk id="13" creationId="{EADE3F67-07FD-1108-1FEA-624A416E8811}"/>
          </ac:spMkLst>
        </pc:spChg>
        <pc:spChg chg="mod">
          <ac:chgData name="Aphiwat Deelorm" userId="aa3a58ede5475c9d" providerId="LiveId" clId="{08519035-575E-4254-98E0-2E56079CCF4B}" dt="2025-06-01T07:08:54.048" v="338"/>
          <ac:spMkLst>
            <pc:docMk/>
            <pc:sldMk cId="3713298788" sldId="273"/>
            <ac:spMk id="174" creationId="{A8C8BFE1-2402-F46D-4F66-2937FD272C15}"/>
          </ac:spMkLst>
        </pc:spChg>
        <pc:spChg chg="del">
          <ac:chgData name="Aphiwat Deelorm" userId="aa3a58ede5475c9d" providerId="LiveId" clId="{08519035-575E-4254-98E0-2E56079CCF4B}" dt="2025-06-01T07:09:09.399" v="339" actId="478"/>
          <ac:spMkLst>
            <pc:docMk/>
            <pc:sldMk cId="3713298788" sldId="273"/>
            <ac:spMk id="176" creationId="{F09921F2-74BC-83E9-84DA-BE7FA4C09C46}"/>
          </ac:spMkLst>
        </pc:spChg>
        <pc:spChg chg="del">
          <ac:chgData name="Aphiwat Deelorm" userId="aa3a58ede5475c9d" providerId="LiveId" clId="{08519035-575E-4254-98E0-2E56079CCF4B}" dt="2025-06-01T07:09:09.399" v="339" actId="478"/>
          <ac:spMkLst>
            <pc:docMk/>
            <pc:sldMk cId="3713298788" sldId="273"/>
            <ac:spMk id="177" creationId="{CC9DE440-7C72-1F49-1531-46767E9DE0B1}"/>
          </ac:spMkLst>
        </pc:spChg>
        <pc:picChg chg="add mod">
          <ac:chgData name="Aphiwat Deelorm" userId="aa3a58ede5475c9d" providerId="LiveId" clId="{08519035-575E-4254-98E0-2E56079CCF4B}" dt="2025-06-01T07:22:28.701" v="531" actId="1076"/>
          <ac:picMkLst>
            <pc:docMk/>
            <pc:sldMk cId="3713298788" sldId="273"/>
            <ac:picMk id="8" creationId="{BFBFFD6A-5167-3DDA-CCA6-9190E84E3DEF}"/>
          </ac:picMkLst>
        </pc:picChg>
        <pc:picChg chg="add mod">
          <ac:chgData name="Aphiwat Deelorm" userId="aa3a58ede5475c9d" providerId="LiveId" clId="{08519035-575E-4254-98E0-2E56079CCF4B}" dt="2025-06-01T07:22:25.657" v="530" actId="1076"/>
          <ac:picMkLst>
            <pc:docMk/>
            <pc:sldMk cId="3713298788" sldId="273"/>
            <ac:picMk id="12" creationId="{B407FB3E-A8FD-1B34-7E58-27ACDDD4C2A5}"/>
          </ac:picMkLst>
        </pc:picChg>
        <pc:picChg chg="del">
          <ac:chgData name="Aphiwat Deelorm" userId="aa3a58ede5475c9d" providerId="LiveId" clId="{08519035-575E-4254-98E0-2E56079CCF4B}" dt="2025-06-01T07:09:09.399" v="339" actId="478"/>
          <ac:picMkLst>
            <pc:docMk/>
            <pc:sldMk cId="3713298788" sldId="273"/>
            <ac:picMk id="1026" creationId="{CCA25C8C-063C-3DEE-86FD-13152421228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2"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a:r>
              <a:rPr lang="en-CA" sz="4400" b="0" u="none" strike="noStrike">
                <a:solidFill>
                  <a:srgbClr val="000000"/>
                </a:solidFill>
                <a:effectLst/>
                <a:uFillTx/>
                <a:latin typeface="Arial"/>
              </a:rPr>
              <a:t>Click to move the slide</a:t>
            </a:r>
          </a:p>
        </p:txBody>
      </p:sp>
      <p:sp>
        <p:nvSpPr>
          <p:cNvPr id="15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CA" sz="2000" b="0" u="none" strike="noStrike">
                <a:solidFill>
                  <a:srgbClr val="000000"/>
                </a:solidFill>
                <a:effectLst/>
                <a:uFillTx/>
                <a:latin typeface="Arial"/>
              </a:rPr>
              <a:t>Click to edit the notes format</a:t>
            </a:r>
          </a:p>
        </p:txBody>
      </p:sp>
      <p:sp>
        <p:nvSpPr>
          <p:cNvPr id="154"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CA" sz="1400" b="0" u="none" strike="noStrike">
                <a:solidFill>
                  <a:srgbClr val="000000"/>
                </a:solidFill>
                <a:effectLst/>
                <a:uFillTx/>
                <a:latin typeface="Times New Roman"/>
              </a:rPr>
              <a:t>&lt;header&gt;</a:t>
            </a:r>
          </a:p>
        </p:txBody>
      </p:sp>
      <p:sp>
        <p:nvSpPr>
          <p:cNvPr id="155" name="PlaceHolder 4"/>
          <p:cNvSpPr>
            <a:spLocks noGrp="1"/>
          </p:cNvSpPr>
          <p:nvPr>
            <p:ph type="dt" idx="30"/>
          </p:nvPr>
        </p:nvSpPr>
        <p:spPr>
          <a:xfrm>
            <a:off x="4399200" y="0"/>
            <a:ext cx="3372840" cy="502560"/>
          </a:xfrm>
          <a:prstGeom prst="rect">
            <a:avLst/>
          </a:prstGeom>
          <a:noFill/>
          <a:ln w="0">
            <a:noFill/>
          </a:ln>
        </p:spPr>
        <p:txBody>
          <a:bodyPr lIns="0" tIns="0" rIns="0" bIns="0" anchor="t">
            <a:noAutofit/>
          </a:bodyPr>
          <a:lstStyle>
            <a:lvl1pPr indent="0" algn="r">
              <a:buNone/>
              <a:defRPr lang="en-CA" sz="1400" b="0" u="none" strike="noStrike">
                <a:solidFill>
                  <a:srgbClr val="000000"/>
                </a:solidFill>
                <a:effectLst/>
                <a:uFillTx/>
                <a:latin typeface="Times New Roman"/>
              </a:defRPr>
            </a:lvl1pPr>
          </a:lstStyle>
          <a:p>
            <a:pPr indent="0" algn="r">
              <a:buNone/>
            </a:pPr>
            <a:r>
              <a:rPr lang="en-CA" sz="1400" b="0" u="none" strike="noStrike">
                <a:solidFill>
                  <a:srgbClr val="000000"/>
                </a:solidFill>
                <a:effectLst/>
                <a:uFillTx/>
                <a:latin typeface="Times New Roman"/>
              </a:rPr>
              <a:t>&lt;date/time&gt;</a:t>
            </a:r>
          </a:p>
        </p:txBody>
      </p:sp>
      <p:sp>
        <p:nvSpPr>
          <p:cNvPr id="156" name="PlaceHolder 5"/>
          <p:cNvSpPr>
            <a:spLocks noGrp="1"/>
          </p:cNvSpPr>
          <p:nvPr>
            <p:ph type="ftr" idx="31"/>
          </p:nvPr>
        </p:nvSpPr>
        <p:spPr>
          <a:xfrm>
            <a:off x="0" y="9555480"/>
            <a:ext cx="3372840" cy="502560"/>
          </a:xfrm>
          <a:prstGeom prst="rect">
            <a:avLst/>
          </a:prstGeom>
          <a:noFill/>
          <a:ln w="0">
            <a:noFill/>
          </a:ln>
        </p:spPr>
        <p:txBody>
          <a:bodyPr lIns="0" tIns="0" rIns="0" bIns="0" anchor="b">
            <a:noAutofit/>
          </a:bodyPr>
          <a:lstStyle>
            <a:lvl1pPr indent="0">
              <a:buNone/>
              <a:defRPr lang="en-CA" sz="1400" b="0" u="none" strike="noStrike">
                <a:solidFill>
                  <a:srgbClr val="000000"/>
                </a:solidFill>
                <a:effectLst/>
                <a:uFillTx/>
                <a:latin typeface="Times New Roman"/>
              </a:defRPr>
            </a:lvl1pPr>
          </a:lstStyle>
          <a:p>
            <a:pPr indent="0">
              <a:buNone/>
            </a:pPr>
            <a:r>
              <a:rPr lang="en-CA" sz="1400" b="0" u="none" strike="noStrike">
                <a:solidFill>
                  <a:srgbClr val="000000"/>
                </a:solidFill>
                <a:effectLst/>
                <a:uFillTx/>
                <a:latin typeface="Times New Roman"/>
              </a:rPr>
              <a:t>&lt;footer&gt;</a:t>
            </a:r>
          </a:p>
        </p:txBody>
      </p:sp>
      <p:sp>
        <p:nvSpPr>
          <p:cNvPr id="157" name="PlaceHolder 6"/>
          <p:cNvSpPr>
            <a:spLocks noGrp="1"/>
          </p:cNvSpPr>
          <p:nvPr>
            <p:ph type="sldNum" idx="32"/>
          </p:nvPr>
        </p:nvSpPr>
        <p:spPr>
          <a:xfrm>
            <a:off x="4399200" y="9555480"/>
            <a:ext cx="3372840" cy="502560"/>
          </a:xfrm>
          <a:prstGeom prst="rect">
            <a:avLst/>
          </a:prstGeom>
          <a:noFill/>
          <a:ln w="0">
            <a:noFill/>
          </a:ln>
        </p:spPr>
        <p:txBody>
          <a:bodyPr lIns="0" tIns="0" rIns="0" bIns="0" anchor="b">
            <a:noAutofit/>
          </a:bodyPr>
          <a:lstStyle>
            <a:lvl1pPr indent="0" algn="r">
              <a:buNone/>
              <a:defRPr lang="en-CA" sz="1400" b="0" u="none" strike="noStrike">
                <a:solidFill>
                  <a:srgbClr val="000000"/>
                </a:solidFill>
                <a:effectLst/>
                <a:uFillTx/>
                <a:latin typeface="Times New Roman"/>
              </a:defRPr>
            </a:lvl1pPr>
          </a:lstStyle>
          <a:p>
            <a:pPr indent="0" algn="r">
              <a:buNone/>
            </a:pPr>
            <a:fld id="{E2BD6B2B-6F5E-4683-A43A-0F9FF7BB6EE7}" type="slidenum">
              <a:rPr lang="en-CA" sz="1400" b="0" u="none" strike="noStrike">
                <a:solidFill>
                  <a:srgbClr val="000000"/>
                </a:solidFill>
                <a:effectLst/>
                <a:uFillTx/>
                <a:latin typeface="Times New Roman"/>
              </a:rPr>
              <a:t>‹#›</a:t>
            </a:fld>
            <a:endParaRPr lang="en-CA"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PlaceHolder 1"/>
          <p:cNvSpPr>
            <a:spLocks noGrp="1" noRot="1" noChangeAspect="1"/>
          </p:cNvSpPr>
          <p:nvPr>
            <p:ph type="sldImg"/>
          </p:nvPr>
        </p:nvSpPr>
        <p:spPr>
          <a:xfrm>
            <a:off x="685800" y="1143000"/>
            <a:ext cx="5484813" cy="3084513"/>
          </a:xfrm>
          <a:prstGeom prst="rect">
            <a:avLst/>
          </a:prstGeom>
          <a:ln w="0">
            <a:noFill/>
          </a:ln>
        </p:spPr>
      </p:sp>
      <p:sp>
        <p:nvSpPr>
          <p:cNvPr id="25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CA" sz="1800" b="0" u="none" strike="noStrike">
              <a:solidFill>
                <a:srgbClr val="000000"/>
              </a:solidFill>
              <a:effectLst/>
              <a:uFillTx/>
              <a:latin typeface="Arial"/>
            </a:endParaRPr>
          </a:p>
        </p:txBody>
      </p:sp>
      <p:sp>
        <p:nvSpPr>
          <p:cNvPr id="256" name="PlaceHolder 3"/>
          <p:cNvSpPr>
            <a:spLocks noGrp="1"/>
          </p:cNvSpPr>
          <p:nvPr>
            <p:ph type="sldNum" idx="33"/>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68C754A7-44E2-4FCD-A8DB-1F6A9ADE5684}" type="slidenum">
              <a:rPr lang="en-US" sz="1200" b="0" u="none" strike="noStrike">
                <a:solidFill>
                  <a:srgbClr val="000000"/>
                </a:solidFill>
                <a:effectLst/>
                <a:uFillTx/>
                <a:latin typeface="Times New Roman"/>
              </a:rPr>
              <a:t>1</a:t>
            </a:fld>
            <a:endParaRPr lang="en-CA"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818E6-1A42-75C1-43FA-FC2E12F8BAC2}"/>
            </a:ext>
          </a:extLst>
        </p:cNvPr>
        <p:cNvGrpSpPr/>
        <p:nvPr/>
      </p:nvGrpSpPr>
      <p:grpSpPr>
        <a:xfrm>
          <a:off x="0" y="0"/>
          <a:ext cx="0" cy="0"/>
          <a:chOff x="0" y="0"/>
          <a:chExt cx="0" cy="0"/>
        </a:xfrm>
      </p:grpSpPr>
      <p:sp>
        <p:nvSpPr>
          <p:cNvPr id="254" name="PlaceHolder 1">
            <a:extLst>
              <a:ext uri="{FF2B5EF4-FFF2-40B4-BE49-F238E27FC236}">
                <a16:creationId xmlns:a16="http://schemas.microsoft.com/office/drawing/2014/main" id="{F24E6067-8E67-E32B-BA8A-3FFE5A01820F}"/>
              </a:ext>
            </a:extLst>
          </p:cNvPr>
          <p:cNvSpPr>
            <a:spLocks noGrp="1" noRot="1" noChangeAspect="1"/>
          </p:cNvSpPr>
          <p:nvPr>
            <p:ph type="sldImg"/>
          </p:nvPr>
        </p:nvSpPr>
        <p:spPr>
          <a:xfrm>
            <a:off x="685800" y="1143000"/>
            <a:ext cx="5484813" cy="3084513"/>
          </a:xfrm>
          <a:prstGeom prst="rect">
            <a:avLst/>
          </a:prstGeom>
          <a:ln w="0">
            <a:noFill/>
          </a:ln>
        </p:spPr>
      </p:sp>
      <p:sp>
        <p:nvSpPr>
          <p:cNvPr id="255" name="PlaceHolder 2">
            <a:extLst>
              <a:ext uri="{FF2B5EF4-FFF2-40B4-BE49-F238E27FC236}">
                <a16:creationId xmlns:a16="http://schemas.microsoft.com/office/drawing/2014/main" id="{6CF4CF2F-131A-900E-98B6-FC5E8D08621A}"/>
              </a:ext>
            </a:extLst>
          </p:cNvPr>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CA" sz="1800" b="0" u="none" strike="noStrike">
              <a:solidFill>
                <a:srgbClr val="000000"/>
              </a:solidFill>
              <a:effectLst/>
              <a:uFillTx/>
              <a:latin typeface="Arial"/>
            </a:endParaRPr>
          </a:p>
        </p:txBody>
      </p:sp>
      <p:sp>
        <p:nvSpPr>
          <p:cNvPr id="256" name="PlaceHolder 3">
            <a:extLst>
              <a:ext uri="{FF2B5EF4-FFF2-40B4-BE49-F238E27FC236}">
                <a16:creationId xmlns:a16="http://schemas.microsoft.com/office/drawing/2014/main" id="{4684310C-E509-CC0A-7009-8BA4DB573B57}"/>
              </a:ext>
            </a:extLst>
          </p:cNvPr>
          <p:cNvSpPr>
            <a:spLocks noGrp="1"/>
          </p:cNvSpPr>
          <p:nvPr>
            <p:ph type="sldNum" idx="33"/>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68C754A7-44E2-4FCD-A8DB-1F6A9ADE5684}" type="slidenum">
              <a:rPr lang="en-US" sz="1200" b="0" u="none" strike="noStrike">
                <a:solidFill>
                  <a:srgbClr val="000000"/>
                </a:solidFill>
                <a:effectLst/>
                <a:uFillTx/>
                <a:latin typeface="Times New Roman"/>
              </a:rPr>
              <a:t>13</a:t>
            </a:fld>
            <a:endParaRPr lang="en-CA"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24840564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t="-1000" b="-1000"/>
          </a:stretch>
        </a:blipFill>
        <a:effectLst/>
      </p:bgPr>
    </p:bg>
    <p:spTree>
      <p:nvGrpSpPr>
        <p:cNvPr id="1" name=""/>
        <p:cNvGrpSpPr/>
        <p:nvPr/>
      </p:nvGrpSpPr>
      <p:grpSpPr>
        <a:xfrm>
          <a:off x="0" y="0"/>
          <a:ext cx="0" cy="0"/>
          <a:chOff x="0" y="0"/>
          <a:chExt cx="0" cy="0"/>
        </a:xfrm>
      </p:grpSpPr>
      <p:sp>
        <p:nvSpPr>
          <p:cNvPr id="18" name="Rectangle 6"/>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9" name="TextBox 7"/>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2" name="TextBox 8"/>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3" name="Rectangle 3"/>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4" name="TextBox 4"/>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5" name="TextBox 5"/>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6" name="Rectangle 13"/>
          <p:cNvSpPr/>
          <p:nvPr/>
        </p:nvSpPr>
        <p:spPr>
          <a:xfrm>
            <a:off x="0" y="0"/>
            <a:ext cx="12190680" cy="245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7" name="Title 1"/>
          <p:cNvSpPr/>
          <p:nvPr/>
        </p:nvSpPr>
        <p:spPr>
          <a:xfrm>
            <a:off x="11794680" y="0"/>
            <a:ext cx="395640" cy="245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defTabSz="914400">
              <a:lnSpc>
                <a:spcPct val="90000"/>
              </a:lnSpc>
            </a:pPr>
            <a:r>
              <a:rPr lang="en-US" sz="900" b="0" i="1" u="none" strike="noStrike">
                <a:solidFill>
                  <a:schemeClr val="dk1"/>
                </a:solidFill>
                <a:effectLst/>
                <a:uFillTx/>
                <a:latin typeface="Aptos Display"/>
              </a:rPr>
              <a:t>SUT</a:t>
            </a:r>
            <a:endParaRPr lang="en-CA" sz="900" b="0" u="none" strike="noStrike">
              <a:solidFill>
                <a:srgbClr val="FFFFFF"/>
              </a:solidFill>
              <a:effectLst/>
              <a:uFillTx/>
              <a:latin typeface="Arial"/>
            </a:endParaRPr>
          </a:p>
        </p:txBody>
      </p:sp>
      <p:cxnSp>
        <p:nvCxnSpPr>
          <p:cNvPr id="8" name="Straight Connector 17"/>
          <p:cNvCxnSpPr/>
          <p:nvPr/>
        </p:nvCxnSpPr>
        <p:spPr>
          <a:xfrm>
            <a:off x="0" y="246600"/>
            <a:ext cx="12193200" cy="1440"/>
          </a:xfrm>
          <a:prstGeom prst="straightConnector1">
            <a:avLst/>
          </a:prstGeom>
          <a:ln w="12700">
            <a:solidFill>
              <a:srgbClr val="000000"/>
            </a:solidFill>
            <a:round/>
          </a:ln>
        </p:spPr>
      </p:cxnSp>
      <p:cxnSp>
        <p:nvCxnSpPr>
          <p:cNvPr id="9" name="Straight Connector 20"/>
          <p:cNvCxnSpPr/>
          <p:nvPr/>
        </p:nvCxnSpPr>
        <p:spPr>
          <a:xfrm>
            <a:off x="0" y="6626160"/>
            <a:ext cx="12193200" cy="1440"/>
          </a:xfrm>
          <a:prstGeom prst="straightConnector1">
            <a:avLst/>
          </a:prstGeom>
          <a:ln w="12700">
            <a:solidFill>
              <a:srgbClr val="000000"/>
            </a:solidFill>
            <a:round/>
          </a:ln>
        </p:spPr>
      </p:cxnSp>
      <p:sp>
        <p:nvSpPr>
          <p:cNvPr id="10" name="PlaceHolder 1"/>
          <p:cNvSpPr>
            <a:spLocks noGrp="1"/>
          </p:cNvSpPr>
          <p:nvPr>
            <p:ph type="title"/>
          </p:nvPr>
        </p:nvSpPr>
        <p:spPr>
          <a:xfrm>
            <a:off x="839880" y="36504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CA" sz="4400" b="0" u="none" strike="noStrike">
              <a:solidFill>
                <a:srgbClr val="FFFFFF"/>
              </a:solidFill>
              <a:effectLst/>
              <a:uFillTx/>
              <a:latin typeface="Arial"/>
            </a:endParaRPr>
          </a:p>
        </p:txBody>
      </p:sp>
      <p:sp>
        <p:nvSpPr>
          <p:cNvPr id="11" name="PlaceHolder 2"/>
          <p:cNvSpPr>
            <a:spLocks noGrp="1"/>
          </p:cNvSpPr>
          <p:nvPr>
            <p:ph type="body"/>
          </p:nvPr>
        </p:nvSpPr>
        <p:spPr>
          <a:xfrm>
            <a:off x="839880" y="1681200"/>
            <a:ext cx="5156280" cy="82260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CA" sz="2400" b="0" u="none" strike="noStrike">
              <a:solidFill>
                <a:srgbClr val="FFFFFF"/>
              </a:solidFill>
              <a:effectLst/>
              <a:uFillTx/>
              <a:latin typeface="Arial"/>
            </a:endParaRPr>
          </a:p>
        </p:txBody>
      </p:sp>
      <p:sp>
        <p:nvSpPr>
          <p:cNvPr id="12" name="PlaceHolder 3"/>
          <p:cNvSpPr>
            <a:spLocks noGrp="1"/>
          </p:cNvSpPr>
          <p:nvPr>
            <p:ph type="body"/>
          </p:nvPr>
        </p:nvSpPr>
        <p:spPr>
          <a:xfrm>
            <a:off x="839880" y="2505240"/>
            <a:ext cx="5156280" cy="36831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CA" sz="2800" b="0" u="none" strike="noStrike">
              <a:solidFill>
                <a:srgbClr val="FFFFFF"/>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CA" sz="2400" b="0" u="none" strike="noStrike">
              <a:solidFill>
                <a:srgbClr val="FFFFFF"/>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CA" sz="2000" b="0" u="none" strike="noStrike">
              <a:solidFill>
                <a:srgbClr val="FFFFFF"/>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CA" sz="1800" b="0" u="none" strike="noStrike">
              <a:solidFill>
                <a:srgbClr val="FFFFFF"/>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CA" sz="1800" b="0" u="none" strike="noStrike">
              <a:solidFill>
                <a:srgbClr val="FFFFFF"/>
              </a:solidFill>
              <a:effectLst/>
              <a:uFillTx/>
              <a:latin typeface="Arial"/>
            </a:endParaRPr>
          </a:p>
        </p:txBody>
      </p:sp>
      <p:sp>
        <p:nvSpPr>
          <p:cNvPr id="13" name="PlaceHolder 4"/>
          <p:cNvSpPr>
            <a:spLocks noGrp="1"/>
          </p:cNvSpPr>
          <p:nvPr>
            <p:ph type="body"/>
          </p:nvPr>
        </p:nvSpPr>
        <p:spPr>
          <a:xfrm>
            <a:off x="6172200" y="1681200"/>
            <a:ext cx="5181840" cy="82260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CA" sz="2400" b="0" u="none" strike="noStrike">
              <a:solidFill>
                <a:srgbClr val="FFFFFF"/>
              </a:solidFill>
              <a:effectLst/>
              <a:uFillTx/>
              <a:latin typeface="Arial"/>
            </a:endParaRPr>
          </a:p>
        </p:txBody>
      </p:sp>
      <p:sp>
        <p:nvSpPr>
          <p:cNvPr id="14" name="PlaceHolder 5"/>
          <p:cNvSpPr>
            <a:spLocks noGrp="1"/>
          </p:cNvSpPr>
          <p:nvPr>
            <p:ph type="body"/>
          </p:nvPr>
        </p:nvSpPr>
        <p:spPr>
          <a:xfrm>
            <a:off x="6172200" y="2505240"/>
            <a:ext cx="5181840" cy="36831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CA" sz="2800" b="0" u="none" strike="noStrike">
              <a:solidFill>
                <a:srgbClr val="FFFFFF"/>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CA" sz="2400" b="0" u="none" strike="noStrike">
              <a:solidFill>
                <a:srgbClr val="FFFFFF"/>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CA" sz="2000" b="0" u="none" strike="noStrike">
              <a:solidFill>
                <a:srgbClr val="FFFFFF"/>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CA" sz="1800" b="0" u="none" strike="noStrike">
              <a:solidFill>
                <a:srgbClr val="FFFFFF"/>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CA" sz="1800" b="0" u="none" strike="noStrike">
              <a:solidFill>
                <a:srgbClr val="FFFFFF"/>
              </a:solidFill>
              <a:effectLst/>
              <a:uFillTx/>
              <a:latin typeface="Arial"/>
            </a:endParaRPr>
          </a:p>
        </p:txBody>
      </p:sp>
      <p:sp>
        <p:nvSpPr>
          <p:cNvPr id="15" name="PlaceHolder 6"/>
          <p:cNvSpPr>
            <a:spLocks noGrp="1"/>
          </p:cNvSpPr>
          <p:nvPr>
            <p:ph type="dt" idx="1"/>
          </p:nvPr>
        </p:nvSpPr>
        <p:spPr>
          <a:xfrm>
            <a:off x="8380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dk1"/>
                </a:solidFill>
                <a:effectLst/>
                <a:uFillTx/>
                <a:latin typeface="Aptos"/>
              </a:defRPr>
            </a:lvl1pPr>
          </a:lstStyle>
          <a:p>
            <a:pPr indent="0" defTabSz="914400">
              <a:lnSpc>
                <a:spcPct val="100000"/>
              </a:lnSpc>
              <a:buNone/>
              <a:tabLst>
                <a:tab pos="0" algn="l"/>
              </a:tabLst>
            </a:pPr>
            <a:r>
              <a:rPr lang="en-US" sz="1800" b="0" u="none" strike="noStrike">
                <a:solidFill>
                  <a:schemeClr val="dk1"/>
                </a:solidFill>
                <a:effectLst/>
                <a:uFillTx/>
                <a:latin typeface="Aptos"/>
              </a:rPr>
              <a:t>&lt;date/time&gt;</a:t>
            </a:r>
            <a:endParaRPr lang="en-CA" sz="1800" b="0" u="none" strike="noStrike">
              <a:solidFill>
                <a:srgbClr val="FFFFFF"/>
              </a:solidFill>
              <a:effectLst/>
              <a:uFillTx/>
              <a:latin typeface="Times New Roman"/>
            </a:endParaRPr>
          </a:p>
        </p:txBody>
      </p:sp>
      <p:sp>
        <p:nvSpPr>
          <p:cNvPr id="16" name="PlaceHolder 7"/>
          <p:cNvSpPr>
            <a:spLocks noGrp="1"/>
          </p:cNvSpPr>
          <p:nvPr>
            <p:ph type="ftr" idx="2"/>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CA" sz="1400" b="0" u="none" strike="noStrike">
                <a:solidFill>
                  <a:srgbClr val="FFFFFF"/>
                </a:solidFill>
                <a:effectLst/>
                <a:uFillTx/>
                <a:latin typeface="Times New Roman"/>
              </a:defRPr>
            </a:lvl1pPr>
          </a:lstStyle>
          <a:p>
            <a:pPr indent="0" algn="ctr">
              <a:lnSpc>
                <a:spcPct val="100000"/>
              </a:lnSpc>
              <a:buNone/>
              <a:tabLst>
                <a:tab pos="0" algn="l"/>
              </a:tabLst>
            </a:pPr>
            <a:r>
              <a:rPr lang="en-CA" sz="1400" b="0" u="none" strike="noStrike">
                <a:solidFill>
                  <a:srgbClr val="FFFFFF"/>
                </a:solidFill>
                <a:effectLst/>
                <a:uFillTx/>
                <a:latin typeface="Times New Roman"/>
              </a:rPr>
              <a:t>&lt;footer&gt;</a:t>
            </a:r>
          </a:p>
        </p:txBody>
      </p:sp>
      <p:sp>
        <p:nvSpPr>
          <p:cNvPr id="17" name="PlaceHolder 8"/>
          <p:cNvSpPr>
            <a:spLocks noGrp="1"/>
          </p:cNvSpPr>
          <p:nvPr>
            <p:ph type="sldNum" idx="3"/>
          </p:nvPr>
        </p:nvSpPr>
        <p:spPr>
          <a:xfrm>
            <a:off x="86104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900" b="0" i="1" u="none" strike="noStrike">
                <a:solidFill>
                  <a:schemeClr val="dk1"/>
                </a:solidFill>
                <a:effectLst/>
                <a:uFillTx/>
                <a:latin typeface="Aptos"/>
              </a:defRPr>
            </a:lvl1pPr>
          </a:lstStyle>
          <a:p>
            <a:pPr indent="0" defTabSz="914400">
              <a:lnSpc>
                <a:spcPct val="100000"/>
              </a:lnSpc>
              <a:buNone/>
              <a:tabLst>
                <a:tab pos="0" algn="l"/>
              </a:tabLst>
            </a:pPr>
            <a:fld id="{224D0B3E-925A-4844-BB30-E700CC3F99B0}" type="slidenum">
              <a:rPr lang="en-US" sz="900" b="0" i="1" u="none" strike="noStrike">
                <a:solidFill>
                  <a:schemeClr val="dk1"/>
                </a:solidFill>
                <a:effectLst/>
                <a:uFillTx/>
                <a:latin typeface="Aptos"/>
              </a:rPr>
              <a:t>‹#›</a:t>
            </a:fld>
            <a:endParaRPr lang="en-CA" sz="900" b="0" u="none" strike="noStrike">
              <a:solidFill>
                <a:srgbClr val="FFFFFF"/>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t="-1000" b="-1000"/>
          </a:stretch>
        </a:blipFill>
        <a:effectLst/>
      </p:bgPr>
    </p:bg>
    <p:spTree>
      <p:nvGrpSpPr>
        <p:cNvPr id="1" name=""/>
        <p:cNvGrpSpPr/>
        <p:nvPr/>
      </p:nvGrpSpPr>
      <p:grpSpPr>
        <a:xfrm>
          <a:off x="0" y="0"/>
          <a:ext cx="0" cy="0"/>
          <a:chOff x="0" y="0"/>
          <a:chExt cx="0" cy="0"/>
        </a:xfrm>
      </p:grpSpPr>
      <p:sp>
        <p:nvSpPr>
          <p:cNvPr id="18" name="Rectangle 6"/>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9" name="TextBox 7"/>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20" name="TextBox 8"/>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21" name="Rectangle 3"/>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22" name="TextBox 4"/>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23" name="TextBox 5"/>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24" name="Rectangle 13"/>
          <p:cNvSpPr/>
          <p:nvPr/>
        </p:nvSpPr>
        <p:spPr>
          <a:xfrm>
            <a:off x="0" y="0"/>
            <a:ext cx="12190680" cy="245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25" name="Title 1"/>
          <p:cNvSpPr/>
          <p:nvPr/>
        </p:nvSpPr>
        <p:spPr>
          <a:xfrm>
            <a:off x="11794680" y="0"/>
            <a:ext cx="395640" cy="245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defTabSz="914400">
              <a:lnSpc>
                <a:spcPct val="90000"/>
              </a:lnSpc>
            </a:pPr>
            <a:r>
              <a:rPr lang="en-US" sz="900" b="0" i="1" u="none" strike="noStrike">
                <a:solidFill>
                  <a:schemeClr val="dk1"/>
                </a:solidFill>
                <a:effectLst/>
                <a:uFillTx/>
                <a:latin typeface="Aptos Display"/>
              </a:rPr>
              <a:t>SUT</a:t>
            </a:r>
            <a:endParaRPr lang="en-CA" sz="900" b="0" u="none" strike="noStrike">
              <a:solidFill>
                <a:srgbClr val="FFFFFF"/>
              </a:solidFill>
              <a:effectLst/>
              <a:uFillTx/>
              <a:latin typeface="Arial"/>
            </a:endParaRPr>
          </a:p>
        </p:txBody>
      </p:sp>
      <p:cxnSp>
        <p:nvCxnSpPr>
          <p:cNvPr id="26" name="Straight Connector 17"/>
          <p:cNvCxnSpPr/>
          <p:nvPr/>
        </p:nvCxnSpPr>
        <p:spPr>
          <a:xfrm>
            <a:off x="0" y="246600"/>
            <a:ext cx="12193200" cy="1440"/>
          </a:xfrm>
          <a:prstGeom prst="straightConnector1">
            <a:avLst/>
          </a:prstGeom>
          <a:ln w="12700">
            <a:solidFill>
              <a:srgbClr val="000000"/>
            </a:solidFill>
            <a:round/>
          </a:ln>
        </p:spPr>
      </p:cxnSp>
      <p:cxnSp>
        <p:nvCxnSpPr>
          <p:cNvPr id="27" name="Straight Connector 20"/>
          <p:cNvCxnSpPr/>
          <p:nvPr/>
        </p:nvCxnSpPr>
        <p:spPr>
          <a:xfrm>
            <a:off x="0" y="6626160"/>
            <a:ext cx="12193200" cy="1440"/>
          </a:xfrm>
          <a:prstGeom prst="straightConnector1">
            <a:avLst/>
          </a:prstGeom>
          <a:ln w="12700">
            <a:solidFill>
              <a:srgbClr val="000000"/>
            </a:solidFill>
            <a:round/>
          </a:ln>
        </p:spPr>
      </p:cxnSp>
      <p:sp>
        <p:nvSpPr>
          <p:cNvPr id="28" name="PlaceHolder 1"/>
          <p:cNvSpPr>
            <a:spLocks noGrp="1"/>
          </p:cNvSpPr>
          <p:nvPr>
            <p:ph type="title"/>
          </p:nvPr>
        </p:nvSpPr>
        <p:spPr>
          <a:xfrm>
            <a:off x="838080" y="43740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CA" sz="4400" b="0" u="none" strike="noStrike">
              <a:solidFill>
                <a:srgbClr val="FFFFFF"/>
              </a:solidFill>
              <a:effectLst/>
              <a:uFillTx/>
              <a:latin typeface="Arial"/>
            </a:endParaRPr>
          </a:p>
        </p:txBody>
      </p:sp>
      <p:sp>
        <p:nvSpPr>
          <p:cNvPr id="29" name="PlaceHolder 2"/>
          <p:cNvSpPr>
            <a:spLocks noGrp="1"/>
          </p:cNvSpPr>
          <p:nvPr>
            <p:ph type="dt" idx="4"/>
          </p:nvPr>
        </p:nvSpPr>
        <p:spPr>
          <a:xfrm>
            <a:off x="8380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dk1"/>
                </a:solidFill>
                <a:effectLst/>
                <a:uFillTx/>
                <a:latin typeface="Aptos"/>
              </a:defRPr>
            </a:lvl1pPr>
          </a:lstStyle>
          <a:p>
            <a:pPr indent="0" defTabSz="914400">
              <a:lnSpc>
                <a:spcPct val="100000"/>
              </a:lnSpc>
              <a:buNone/>
              <a:tabLst>
                <a:tab pos="0" algn="l"/>
              </a:tabLst>
            </a:pPr>
            <a:r>
              <a:rPr lang="en-US" sz="1800" b="0" u="none" strike="noStrike">
                <a:solidFill>
                  <a:schemeClr val="dk1"/>
                </a:solidFill>
                <a:effectLst/>
                <a:uFillTx/>
                <a:latin typeface="Aptos"/>
              </a:rPr>
              <a:t>&lt;date/time&gt;</a:t>
            </a:r>
            <a:endParaRPr lang="en-CA" sz="1800" b="0" u="none" strike="noStrike">
              <a:solidFill>
                <a:srgbClr val="FFFFFF"/>
              </a:solidFill>
              <a:effectLst/>
              <a:uFillTx/>
              <a:latin typeface="Times New Roman"/>
            </a:endParaRPr>
          </a:p>
        </p:txBody>
      </p:sp>
      <p:sp>
        <p:nvSpPr>
          <p:cNvPr id="30" name="PlaceHolder 3"/>
          <p:cNvSpPr>
            <a:spLocks noGrp="1"/>
          </p:cNvSpPr>
          <p:nvPr>
            <p:ph type="ftr" idx="5"/>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CA" sz="1400" b="0" u="none" strike="noStrike">
                <a:solidFill>
                  <a:srgbClr val="FFFFFF"/>
                </a:solidFill>
                <a:effectLst/>
                <a:uFillTx/>
                <a:latin typeface="Times New Roman"/>
              </a:defRPr>
            </a:lvl1pPr>
          </a:lstStyle>
          <a:p>
            <a:pPr indent="0" algn="ctr">
              <a:lnSpc>
                <a:spcPct val="100000"/>
              </a:lnSpc>
              <a:buNone/>
              <a:tabLst>
                <a:tab pos="0" algn="l"/>
              </a:tabLst>
            </a:pPr>
            <a:r>
              <a:rPr lang="en-CA" sz="1400" b="0" u="none" strike="noStrike">
                <a:solidFill>
                  <a:srgbClr val="FFFFFF"/>
                </a:solidFill>
                <a:effectLst/>
                <a:uFillTx/>
                <a:latin typeface="Times New Roman"/>
              </a:rPr>
              <a:t>&lt;footer&gt;</a:t>
            </a:r>
          </a:p>
        </p:txBody>
      </p:sp>
      <p:sp>
        <p:nvSpPr>
          <p:cNvPr id="31" name="PlaceHolder 4"/>
          <p:cNvSpPr>
            <a:spLocks noGrp="1"/>
          </p:cNvSpPr>
          <p:nvPr>
            <p:ph type="sldNum" idx="6"/>
          </p:nvPr>
        </p:nvSpPr>
        <p:spPr>
          <a:xfrm>
            <a:off x="86104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900" b="0" i="1" u="none" strike="noStrike">
                <a:solidFill>
                  <a:schemeClr val="dk1"/>
                </a:solidFill>
                <a:effectLst/>
                <a:uFillTx/>
                <a:latin typeface="Aptos"/>
              </a:defRPr>
            </a:lvl1pPr>
          </a:lstStyle>
          <a:p>
            <a:pPr indent="0" defTabSz="914400">
              <a:lnSpc>
                <a:spcPct val="100000"/>
              </a:lnSpc>
              <a:buNone/>
              <a:tabLst>
                <a:tab pos="0" algn="l"/>
              </a:tabLst>
            </a:pPr>
            <a:fld id="{A94E2DD1-2A8A-4117-BA91-A9D72E9CA7A4}" type="slidenum">
              <a:rPr lang="en-US" sz="900" b="0" i="1" u="none" strike="noStrike">
                <a:solidFill>
                  <a:schemeClr val="dk1"/>
                </a:solidFill>
                <a:effectLst/>
                <a:uFillTx/>
                <a:latin typeface="Aptos"/>
              </a:rPr>
              <a:t>‹#›</a:t>
            </a:fld>
            <a:endParaRPr lang="en-CA" sz="900" b="0" u="none" strike="noStrike">
              <a:solidFill>
                <a:srgbClr val="FFFFFF"/>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t="-1000" b="-1000"/>
          </a:stretch>
        </a:blipFill>
        <a:effectLst/>
      </p:bgPr>
    </p:bg>
    <p:spTree>
      <p:nvGrpSpPr>
        <p:cNvPr id="1" name=""/>
        <p:cNvGrpSpPr/>
        <p:nvPr/>
      </p:nvGrpSpPr>
      <p:grpSpPr>
        <a:xfrm>
          <a:off x="0" y="0"/>
          <a:ext cx="0" cy="0"/>
          <a:chOff x="0" y="0"/>
          <a:chExt cx="0" cy="0"/>
        </a:xfrm>
      </p:grpSpPr>
      <p:sp>
        <p:nvSpPr>
          <p:cNvPr id="32" name="Rectangle 6"/>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33" name="TextBox 7"/>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34" name="TextBox 8"/>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35" name="Rectangle 3"/>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36" name="TextBox 4"/>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37" name="TextBox 5"/>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38" name="Rectangle 13"/>
          <p:cNvSpPr/>
          <p:nvPr/>
        </p:nvSpPr>
        <p:spPr>
          <a:xfrm>
            <a:off x="0" y="0"/>
            <a:ext cx="12190680" cy="245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39" name="Title 1"/>
          <p:cNvSpPr/>
          <p:nvPr/>
        </p:nvSpPr>
        <p:spPr>
          <a:xfrm>
            <a:off x="11794680" y="0"/>
            <a:ext cx="395640" cy="245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defTabSz="914400">
              <a:lnSpc>
                <a:spcPct val="90000"/>
              </a:lnSpc>
            </a:pPr>
            <a:r>
              <a:rPr lang="en-US" sz="900" b="0" i="1" u="none" strike="noStrike">
                <a:solidFill>
                  <a:schemeClr val="dk1"/>
                </a:solidFill>
                <a:effectLst/>
                <a:uFillTx/>
                <a:latin typeface="Aptos Display"/>
              </a:rPr>
              <a:t>SUT</a:t>
            </a:r>
            <a:endParaRPr lang="en-CA" sz="900" b="0" u="none" strike="noStrike">
              <a:solidFill>
                <a:srgbClr val="FFFFFF"/>
              </a:solidFill>
              <a:effectLst/>
              <a:uFillTx/>
              <a:latin typeface="Arial"/>
            </a:endParaRPr>
          </a:p>
        </p:txBody>
      </p:sp>
      <p:cxnSp>
        <p:nvCxnSpPr>
          <p:cNvPr id="40" name="Straight Connector 17"/>
          <p:cNvCxnSpPr/>
          <p:nvPr/>
        </p:nvCxnSpPr>
        <p:spPr>
          <a:xfrm>
            <a:off x="0" y="246600"/>
            <a:ext cx="12193200" cy="1440"/>
          </a:xfrm>
          <a:prstGeom prst="straightConnector1">
            <a:avLst/>
          </a:prstGeom>
          <a:ln w="12700">
            <a:solidFill>
              <a:srgbClr val="000000"/>
            </a:solidFill>
            <a:round/>
          </a:ln>
        </p:spPr>
      </p:cxnSp>
      <p:cxnSp>
        <p:nvCxnSpPr>
          <p:cNvPr id="41" name="Straight Connector 20"/>
          <p:cNvCxnSpPr/>
          <p:nvPr/>
        </p:nvCxnSpPr>
        <p:spPr>
          <a:xfrm>
            <a:off x="0" y="6626160"/>
            <a:ext cx="12193200" cy="1440"/>
          </a:xfrm>
          <a:prstGeom prst="straightConnector1">
            <a:avLst/>
          </a:prstGeom>
          <a:ln w="12700">
            <a:solidFill>
              <a:srgbClr val="000000"/>
            </a:solidFill>
            <a:round/>
          </a:ln>
        </p:spPr>
      </p:cxnSp>
      <p:sp>
        <p:nvSpPr>
          <p:cNvPr id="42" name="PlaceHolder 1"/>
          <p:cNvSpPr>
            <a:spLocks noGrp="1"/>
          </p:cNvSpPr>
          <p:nvPr>
            <p:ph type="dt" idx="7"/>
          </p:nvPr>
        </p:nvSpPr>
        <p:spPr>
          <a:xfrm>
            <a:off x="8380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dk1"/>
                </a:solidFill>
                <a:effectLst/>
                <a:uFillTx/>
                <a:latin typeface="Aptos"/>
              </a:defRPr>
            </a:lvl1pPr>
          </a:lstStyle>
          <a:p>
            <a:pPr indent="0" defTabSz="914400">
              <a:lnSpc>
                <a:spcPct val="100000"/>
              </a:lnSpc>
              <a:buNone/>
              <a:tabLst>
                <a:tab pos="0" algn="l"/>
              </a:tabLst>
            </a:pPr>
            <a:r>
              <a:rPr lang="en-US" sz="1800" b="0" u="none" strike="noStrike">
                <a:solidFill>
                  <a:schemeClr val="dk1"/>
                </a:solidFill>
                <a:effectLst/>
                <a:uFillTx/>
                <a:latin typeface="Aptos"/>
              </a:rPr>
              <a:t>&lt;date/time&gt;</a:t>
            </a:r>
            <a:endParaRPr lang="en-CA" sz="1800" b="0" u="none" strike="noStrike">
              <a:solidFill>
                <a:srgbClr val="FFFFFF"/>
              </a:solidFill>
              <a:effectLst/>
              <a:uFillTx/>
              <a:latin typeface="Times New Roman"/>
            </a:endParaRPr>
          </a:p>
        </p:txBody>
      </p:sp>
      <p:sp>
        <p:nvSpPr>
          <p:cNvPr id="43" name="PlaceHolder 2"/>
          <p:cNvSpPr>
            <a:spLocks noGrp="1"/>
          </p:cNvSpPr>
          <p:nvPr>
            <p:ph type="ftr" idx="8"/>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CA" sz="1400" b="0" u="none" strike="noStrike">
                <a:solidFill>
                  <a:srgbClr val="FFFFFF"/>
                </a:solidFill>
                <a:effectLst/>
                <a:uFillTx/>
                <a:latin typeface="Times New Roman"/>
              </a:defRPr>
            </a:lvl1pPr>
          </a:lstStyle>
          <a:p>
            <a:pPr indent="0" algn="ctr">
              <a:lnSpc>
                <a:spcPct val="100000"/>
              </a:lnSpc>
              <a:buNone/>
              <a:tabLst>
                <a:tab pos="0" algn="l"/>
              </a:tabLst>
            </a:pPr>
            <a:r>
              <a:rPr lang="en-CA" sz="1400" b="0" u="none" strike="noStrike">
                <a:solidFill>
                  <a:srgbClr val="FFFFFF"/>
                </a:solidFill>
                <a:effectLst/>
                <a:uFillTx/>
                <a:latin typeface="Times New Roman"/>
              </a:rPr>
              <a:t>&lt;footer&gt;</a:t>
            </a:r>
          </a:p>
        </p:txBody>
      </p:sp>
      <p:sp>
        <p:nvSpPr>
          <p:cNvPr id="44" name="PlaceHolder 3"/>
          <p:cNvSpPr>
            <a:spLocks noGrp="1"/>
          </p:cNvSpPr>
          <p:nvPr>
            <p:ph type="sldNum" idx="9"/>
          </p:nvPr>
        </p:nvSpPr>
        <p:spPr>
          <a:xfrm>
            <a:off x="86104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900" b="0" i="1" u="none" strike="noStrike">
                <a:solidFill>
                  <a:schemeClr val="dk1"/>
                </a:solidFill>
                <a:effectLst/>
                <a:uFillTx/>
                <a:latin typeface="Aptos"/>
              </a:defRPr>
            </a:lvl1pPr>
          </a:lstStyle>
          <a:p>
            <a:pPr indent="0" defTabSz="914400">
              <a:lnSpc>
                <a:spcPct val="100000"/>
              </a:lnSpc>
              <a:buNone/>
              <a:tabLst>
                <a:tab pos="0" algn="l"/>
              </a:tabLst>
            </a:pPr>
            <a:fld id="{F802B37D-BF10-4A7C-825E-F54720005743}" type="slidenum">
              <a:rPr lang="en-US" sz="900" b="0" i="1" u="none" strike="noStrike">
                <a:solidFill>
                  <a:schemeClr val="dk1"/>
                </a:solidFill>
                <a:effectLst/>
                <a:uFillTx/>
                <a:latin typeface="Aptos"/>
              </a:rPr>
              <a:t>‹#›</a:t>
            </a:fld>
            <a:endParaRPr lang="en-CA" sz="900" b="0" u="none" strike="noStrike">
              <a:solidFill>
                <a:srgbClr val="FFFFFF"/>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t="-1000" b="-1000"/>
          </a:stretch>
        </a:blipFill>
        <a:effectLst/>
      </p:bgPr>
    </p:bg>
    <p:spTree>
      <p:nvGrpSpPr>
        <p:cNvPr id="1" name=""/>
        <p:cNvGrpSpPr/>
        <p:nvPr/>
      </p:nvGrpSpPr>
      <p:grpSpPr>
        <a:xfrm>
          <a:off x="0" y="0"/>
          <a:ext cx="0" cy="0"/>
          <a:chOff x="0" y="0"/>
          <a:chExt cx="0" cy="0"/>
        </a:xfrm>
      </p:grpSpPr>
      <p:sp>
        <p:nvSpPr>
          <p:cNvPr id="45" name="Rectangle 6"/>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46" name="TextBox 7"/>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47" name="TextBox 8"/>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48" name="Rectangle 3"/>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49" name="TextBox 4"/>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50" name="TextBox 5"/>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51" name="Rectangle 13"/>
          <p:cNvSpPr/>
          <p:nvPr/>
        </p:nvSpPr>
        <p:spPr>
          <a:xfrm>
            <a:off x="0" y="0"/>
            <a:ext cx="12190680" cy="245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52" name="Title 1"/>
          <p:cNvSpPr/>
          <p:nvPr/>
        </p:nvSpPr>
        <p:spPr>
          <a:xfrm>
            <a:off x="11794680" y="0"/>
            <a:ext cx="395640" cy="245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defTabSz="914400">
              <a:lnSpc>
                <a:spcPct val="90000"/>
              </a:lnSpc>
            </a:pPr>
            <a:r>
              <a:rPr lang="en-US" sz="900" b="0" i="1" u="none" strike="noStrike">
                <a:solidFill>
                  <a:schemeClr val="dk1"/>
                </a:solidFill>
                <a:effectLst/>
                <a:uFillTx/>
                <a:latin typeface="Aptos Display"/>
              </a:rPr>
              <a:t>SUT</a:t>
            </a:r>
            <a:endParaRPr lang="en-CA" sz="900" b="0" u="none" strike="noStrike">
              <a:solidFill>
                <a:srgbClr val="FFFFFF"/>
              </a:solidFill>
              <a:effectLst/>
              <a:uFillTx/>
              <a:latin typeface="Arial"/>
            </a:endParaRPr>
          </a:p>
        </p:txBody>
      </p:sp>
      <p:cxnSp>
        <p:nvCxnSpPr>
          <p:cNvPr id="53" name="Straight Connector 17"/>
          <p:cNvCxnSpPr/>
          <p:nvPr/>
        </p:nvCxnSpPr>
        <p:spPr>
          <a:xfrm>
            <a:off x="0" y="246600"/>
            <a:ext cx="12193200" cy="1440"/>
          </a:xfrm>
          <a:prstGeom prst="straightConnector1">
            <a:avLst/>
          </a:prstGeom>
          <a:ln w="12700">
            <a:solidFill>
              <a:srgbClr val="000000"/>
            </a:solidFill>
            <a:round/>
          </a:ln>
        </p:spPr>
      </p:cxnSp>
      <p:cxnSp>
        <p:nvCxnSpPr>
          <p:cNvPr id="54" name="Straight Connector 20"/>
          <p:cNvCxnSpPr/>
          <p:nvPr/>
        </p:nvCxnSpPr>
        <p:spPr>
          <a:xfrm>
            <a:off x="0" y="6626160"/>
            <a:ext cx="12193200" cy="1440"/>
          </a:xfrm>
          <a:prstGeom prst="straightConnector1">
            <a:avLst/>
          </a:prstGeom>
          <a:ln w="12700">
            <a:solidFill>
              <a:srgbClr val="000000"/>
            </a:solidFill>
            <a:round/>
          </a:ln>
        </p:spPr>
      </p:cxnSp>
      <p:sp>
        <p:nvSpPr>
          <p:cNvPr id="55" name="PlaceHolder 1"/>
          <p:cNvSpPr>
            <a:spLocks noGrp="1"/>
          </p:cNvSpPr>
          <p:nvPr>
            <p:ph type="title"/>
          </p:nvPr>
        </p:nvSpPr>
        <p:spPr>
          <a:xfrm>
            <a:off x="839880" y="457200"/>
            <a:ext cx="3930840" cy="159876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3200" b="0" u="none" strike="noStrike">
                <a:solidFill>
                  <a:schemeClr val="dk1"/>
                </a:solidFill>
                <a:effectLst/>
                <a:uFillTx/>
                <a:latin typeface="Aptos Display"/>
              </a:rPr>
              <a:t>Click to edit Master title style</a:t>
            </a:r>
            <a:endParaRPr lang="en-CA" sz="3200" b="0" u="none" strike="noStrike">
              <a:solidFill>
                <a:srgbClr val="FFFFFF"/>
              </a:solidFill>
              <a:effectLst/>
              <a:uFillTx/>
              <a:latin typeface="Arial"/>
            </a:endParaRPr>
          </a:p>
        </p:txBody>
      </p:sp>
      <p:sp>
        <p:nvSpPr>
          <p:cNvPr id="56" name="PlaceHolder 2"/>
          <p:cNvSpPr>
            <a:spLocks noGrp="1"/>
          </p:cNvSpPr>
          <p:nvPr>
            <p:ph type="body"/>
          </p:nvPr>
        </p:nvSpPr>
        <p:spPr>
          <a:xfrm>
            <a:off x="5183280" y="987480"/>
            <a:ext cx="6170760" cy="4872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CA" sz="3200" b="0" u="none" strike="noStrike">
              <a:solidFill>
                <a:srgbClr val="FFFFFF"/>
              </a:solidFill>
              <a:effectLst/>
              <a:uFillTx/>
              <a:latin typeface="Arial"/>
            </a:endParaRPr>
          </a:p>
          <a:p>
            <a:pPr marL="685800" lvl="1" indent="-228600"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CA" sz="2800" b="0" u="none" strike="noStrike">
              <a:solidFill>
                <a:srgbClr val="FFFFFF"/>
              </a:solidFill>
              <a:effectLst/>
              <a:uFillTx/>
              <a:latin typeface="Arial"/>
            </a:endParaRPr>
          </a:p>
          <a:p>
            <a:pPr marL="1143000" lvl="2"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CA" sz="2400" b="0" u="none" strike="noStrike">
              <a:solidFill>
                <a:srgbClr val="FFFFFF"/>
              </a:solidFill>
              <a:effectLst/>
              <a:uFillTx/>
              <a:latin typeface="Arial"/>
            </a:endParaRPr>
          </a:p>
          <a:p>
            <a:pPr marL="1600200" lvl="3"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CA" sz="2000" b="0" u="none" strike="noStrike">
              <a:solidFill>
                <a:srgbClr val="FFFFFF"/>
              </a:solidFill>
              <a:effectLst/>
              <a:uFillTx/>
              <a:latin typeface="Arial"/>
            </a:endParaRPr>
          </a:p>
          <a:p>
            <a:pPr marL="2057400" lvl="4"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CA" sz="2000" b="0" u="none" strike="noStrike">
              <a:solidFill>
                <a:srgbClr val="FFFFFF"/>
              </a:solidFill>
              <a:effectLst/>
              <a:uFillTx/>
              <a:latin typeface="Arial"/>
            </a:endParaRPr>
          </a:p>
        </p:txBody>
      </p:sp>
      <p:sp>
        <p:nvSpPr>
          <p:cNvPr id="57" name="PlaceHolder 3"/>
          <p:cNvSpPr>
            <a:spLocks noGrp="1"/>
          </p:cNvSpPr>
          <p:nvPr>
            <p:ph type="body"/>
          </p:nvPr>
        </p:nvSpPr>
        <p:spPr>
          <a:xfrm>
            <a:off x="839880" y="2057400"/>
            <a:ext cx="3930840" cy="381024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CA" sz="1600" b="0" u="none" strike="noStrike">
              <a:solidFill>
                <a:srgbClr val="FFFFFF"/>
              </a:solidFill>
              <a:effectLst/>
              <a:uFillTx/>
              <a:latin typeface="Arial"/>
            </a:endParaRPr>
          </a:p>
        </p:txBody>
      </p:sp>
      <p:sp>
        <p:nvSpPr>
          <p:cNvPr id="58" name="PlaceHolder 4"/>
          <p:cNvSpPr>
            <a:spLocks noGrp="1"/>
          </p:cNvSpPr>
          <p:nvPr>
            <p:ph type="dt" idx="10"/>
          </p:nvPr>
        </p:nvSpPr>
        <p:spPr>
          <a:xfrm>
            <a:off x="8380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dk1"/>
                </a:solidFill>
                <a:effectLst/>
                <a:uFillTx/>
                <a:latin typeface="Aptos"/>
              </a:defRPr>
            </a:lvl1pPr>
          </a:lstStyle>
          <a:p>
            <a:pPr indent="0" defTabSz="914400">
              <a:lnSpc>
                <a:spcPct val="100000"/>
              </a:lnSpc>
              <a:buNone/>
              <a:tabLst>
                <a:tab pos="0" algn="l"/>
              </a:tabLst>
            </a:pPr>
            <a:r>
              <a:rPr lang="en-US" sz="1800" b="0" u="none" strike="noStrike">
                <a:solidFill>
                  <a:schemeClr val="dk1"/>
                </a:solidFill>
                <a:effectLst/>
                <a:uFillTx/>
                <a:latin typeface="Aptos"/>
              </a:rPr>
              <a:t>&lt;date/time&gt;</a:t>
            </a:r>
            <a:endParaRPr lang="en-CA" sz="1800" b="0" u="none" strike="noStrike">
              <a:solidFill>
                <a:srgbClr val="FFFFFF"/>
              </a:solidFill>
              <a:effectLst/>
              <a:uFillTx/>
              <a:latin typeface="Times New Roman"/>
            </a:endParaRPr>
          </a:p>
        </p:txBody>
      </p:sp>
      <p:sp>
        <p:nvSpPr>
          <p:cNvPr id="59" name="PlaceHolder 5"/>
          <p:cNvSpPr>
            <a:spLocks noGrp="1"/>
          </p:cNvSpPr>
          <p:nvPr>
            <p:ph type="ftr" idx="11"/>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CA" sz="1400" b="0" u="none" strike="noStrike">
                <a:solidFill>
                  <a:srgbClr val="FFFFFF"/>
                </a:solidFill>
                <a:effectLst/>
                <a:uFillTx/>
                <a:latin typeface="Times New Roman"/>
              </a:defRPr>
            </a:lvl1pPr>
          </a:lstStyle>
          <a:p>
            <a:pPr indent="0" algn="ctr">
              <a:lnSpc>
                <a:spcPct val="100000"/>
              </a:lnSpc>
              <a:buNone/>
              <a:tabLst>
                <a:tab pos="0" algn="l"/>
              </a:tabLst>
            </a:pPr>
            <a:r>
              <a:rPr lang="en-CA" sz="1400" b="0" u="none" strike="noStrike">
                <a:solidFill>
                  <a:srgbClr val="FFFFFF"/>
                </a:solidFill>
                <a:effectLst/>
                <a:uFillTx/>
                <a:latin typeface="Times New Roman"/>
              </a:rPr>
              <a:t>&lt;footer&gt;</a:t>
            </a:r>
          </a:p>
        </p:txBody>
      </p:sp>
      <p:sp>
        <p:nvSpPr>
          <p:cNvPr id="60" name="PlaceHolder 6"/>
          <p:cNvSpPr>
            <a:spLocks noGrp="1"/>
          </p:cNvSpPr>
          <p:nvPr>
            <p:ph type="sldNum" idx="12"/>
          </p:nvPr>
        </p:nvSpPr>
        <p:spPr>
          <a:xfrm>
            <a:off x="86104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900" b="0" i="1" u="none" strike="noStrike">
                <a:solidFill>
                  <a:schemeClr val="dk1"/>
                </a:solidFill>
                <a:effectLst/>
                <a:uFillTx/>
                <a:latin typeface="Aptos"/>
              </a:defRPr>
            </a:lvl1pPr>
          </a:lstStyle>
          <a:p>
            <a:pPr indent="0" defTabSz="914400">
              <a:lnSpc>
                <a:spcPct val="100000"/>
              </a:lnSpc>
              <a:buNone/>
              <a:tabLst>
                <a:tab pos="0" algn="l"/>
              </a:tabLst>
            </a:pPr>
            <a:fld id="{0AFBEE36-3D09-49F8-855E-880711835E52}" type="slidenum">
              <a:rPr lang="en-US" sz="900" b="0" i="1" u="none" strike="noStrike">
                <a:solidFill>
                  <a:schemeClr val="dk1"/>
                </a:solidFill>
                <a:effectLst/>
                <a:uFillTx/>
                <a:latin typeface="Aptos"/>
              </a:rPr>
              <a:t>‹#›</a:t>
            </a:fld>
            <a:endParaRPr lang="en-CA" sz="900" b="0" u="none" strike="noStrike">
              <a:solidFill>
                <a:srgbClr val="FFFFFF"/>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t="-1000" b="-1000"/>
          </a:stretch>
        </a:blipFill>
        <a:effectLst/>
      </p:bgPr>
    </p:bg>
    <p:spTree>
      <p:nvGrpSpPr>
        <p:cNvPr id="1" name=""/>
        <p:cNvGrpSpPr/>
        <p:nvPr/>
      </p:nvGrpSpPr>
      <p:grpSpPr>
        <a:xfrm>
          <a:off x="0" y="0"/>
          <a:ext cx="0" cy="0"/>
          <a:chOff x="0" y="0"/>
          <a:chExt cx="0" cy="0"/>
        </a:xfrm>
      </p:grpSpPr>
      <p:sp>
        <p:nvSpPr>
          <p:cNvPr id="61" name="Rectangle 6"/>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62" name="TextBox 7"/>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63" name="TextBox 8"/>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64" name="Rectangle 3"/>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65" name="TextBox 4"/>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66" name="TextBox 5"/>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67" name="Rectangle 13"/>
          <p:cNvSpPr/>
          <p:nvPr/>
        </p:nvSpPr>
        <p:spPr>
          <a:xfrm>
            <a:off x="0" y="0"/>
            <a:ext cx="12190680" cy="245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68" name="Title 1"/>
          <p:cNvSpPr/>
          <p:nvPr/>
        </p:nvSpPr>
        <p:spPr>
          <a:xfrm>
            <a:off x="11794680" y="0"/>
            <a:ext cx="395640" cy="245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defTabSz="914400">
              <a:lnSpc>
                <a:spcPct val="90000"/>
              </a:lnSpc>
            </a:pPr>
            <a:r>
              <a:rPr lang="en-US" sz="900" b="0" i="1" u="none" strike="noStrike">
                <a:solidFill>
                  <a:schemeClr val="dk1"/>
                </a:solidFill>
                <a:effectLst/>
                <a:uFillTx/>
                <a:latin typeface="Aptos Display"/>
              </a:rPr>
              <a:t>SUT</a:t>
            </a:r>
            <a:endParaRPr lang="en-CA" sz="900" b="0" u="none" strike="noStrike">
              <a:solidFill>
                <a:srgbClr val="FFFFFF"/>
              </a:solidFill>
              <a:effectLst/>
              <a:uFillTx/>
              <a:latin typeface="Arial"/>
            </a:endParaRPr>
          </a:p>
        </p:txBody>
      </p:sp>
      <p:cxnSp>
        <p:nvCxnSpPr>
          <p:cNvPr id="69" name="Straight Connector 17"/>
          <p:cNvCxnSpPr/>
          <p:nvPr/>
        </p:nvCxnSpPr>
        <p:spPr>
          <a:xfrm>
            <a:off x="0" y="246600"/>
            <a:ext cx="12193200" cy="1440"/>
          </a:xfrm>
          <a:prstGeom prst="straightConnector1">
            <a:avLst/>
          </a:prstGeom>
          <a:ln w="12700">
            <a:solidFill>
              <a:srgbClr val="000000"/>
            </a:solidFill>
            <a:round/>
          </a:ln>
        </p:spPr>
      </p:cxnSp>
      <p:cxnSp>
        <p:nvCxnSpPr>
          <p:cNvPr id="70" name="Straight Connector 20"/>
          <p:cNvCxnSpPr/>
          <p:nvPr/>
        </p:nvCxnSpPr>
        <p:spPr>
          <a:xfrm>
            <a:off x="0" y="6626160"/>
            <a:ext cx="12193200" cy="1440"/>
          </a:xfrm>
          <a:prstGeom prst="straightConnector1">
            <a:avLst/>
          </a:prstGeom>
          <a:ln w="12700">
            <a:solidFill>
              <a:srgbClr val="000000"/>
            </a:solidFill>
            <a:round/>
          </a:ln>
        </p:spPr>
      </p:cxnSp>
      <p:sp>
        <p:nvSpPr>
          <p:cNvPr id="71" name="PlaceHolder 1"/>
          <p:cNvSpPr>
            <a:spLocks noGrp="1"/>
          </p:cNvSpPr>
          <p:nvPr>
            <p:ph type="title"/>
          </p:nvPr>
        </p:nvSpPr>
        <p:spPr>
          <a:xfrm>
            <a:off x="839880" y="457200"/>
            <a:ext cx="3930840" cy="159876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3200" b="0" u="none" strike="noStrike">
                <a:solidFill>
                  <a:schemeClr val="dk1"/>
                </a:solidFill>
                <a:effectLst/>
                <a:uFillTx/>
                <a:latin typeface="Aptos Display"/>
              </a:rPr>
              <a:t>Click to edit Master title style</a:t>
            </a:r>
            <a:endParaRPr lang="en-CA" sz="3200" b="0" u="none" strike="noStrike">
              <a:solidFill>
                <a:srgbClr val="FFFFFF"/>
              </a:solidFill>
              <a:effectLst/>
              <a:uFillTx/>
              <a:latin typeface="Arial"/>
            </a:endParaRPr>
          </a:p>
        </p:txBody>
      </p:sp>
      <p:sp>
        <p:nvSpPr>
          <p:cNvPr id="72" name="PlaceHolder 2"/>
          <p:cNvSpPr>
            <a:spLocks noGrp="1"/>
          </p:cNvSpPr>
          <p:nvPr>
            <p:ph type="body"/>
          </p:nvPr>
        </p:nvSpPr>
        <p:spPr>
          <a:xfrm>
            <a:off x="5183280" y="987480"/>
            <a:ext cx="6170760" cy="48722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200" b="0" u="none" strike="noStrike">
                <a:solidFill>
                  <a:schemeClr val="dk1"/>
                </a:solidFill>
                <a:effectLst/>
                <a:uFillTx/>
                <a:latin typeface="Aptos"/>
              </a:rPr>
              <a:t>Click icon to add picture</a:t>
            </a:r>
            <a:endParaRPr lang="en-CA" sz="3200" b="0" u="none" strike="noStrike">
              <a:solidFill>
                <a:srgbClr val="FFFFFF"/>
              </a:solidFill>
              <a:effectLst/>
              <a:uFillTx/>
              <a:latin typeface="Arial"/>
            </a:endParaRPr>
          </a:p>
        </p:txBody>
      </p:sp>
      <p:sp>
        <p:nvSpPr>
          <p:cNvPr id="73" name="PlaceHolder 3"/>
          <p:cNvSpPr>
            <a:spLocks noGrp="1"/>
          </p:cNvSpPr>
          <p:nvPr>
            <p:ph type="body"/>
          </p:nvPr>
        </p:nvSpPr>
        <p:spPr>
          <a:xfrm>
            <a:off x="839880" y="2057400"/>
            <a:ext cx="3930840" cy="381024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CA" sz="1600" b="0" u="none" strike="noStrike">
              <a:solidFill>
                <a:srgbClr val="FFFFFF"/>
              </a:solidFill>
              <a:effectLst/>
              <a:uFillTx/>
              <a:latin typeface="Arial"/>
            </a:endParaRPr>
          </a:p>
        </p:txBody>
      </p:sp>
      <p:sp>
        <p:nvSpPr>
          <p:cNvPr id="74" name="PlaceHolder 4"/>
          <p:cNvSpPr>
            <a:spLocks noGrp="1"/>
          </p:cNvSpPr>
          <p:nvPr>
            <p:ph type="dt" idx="13"/>
          </p:nvPr>
        </p:nvSpPr>
        <p:spPr>
          <a:xfrm>
            <a:off x="8380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dk1"/>
                </a:solidFill>
                <a:effectLst/>
                <a:uFillTx/>
                <a:latin typeface="Aptos"/>
              </a:defRPr>
            </a:lvl1pPr>
          </a:lstStyle>
          <a:p>
            <a:pPr indent="0" defTabSz="914400">
              <a:lnSpc>
                <a:spcPct val="100000"/>
              </a:lnSpc>
              <a:buNone/>
              <a:tabLst>
                <a:tab pos="0" algn="l"/>
              </a:tabLst>
            </a:pPr>
            <a:r>
              <a:rPr lang="en-US" sz="1800" b="0" u="none" strike="noStrike">
                <a:solidFill>
                  <a:schemeClr val="dk1"/>
                </a:solidFill>
                <a:effectLst/>
                <a:uFillTx/>
                <a:latin typeface="Aptos"/>
              </a:rPr>
              <a:t>&lt;date/time&gt;</a:t>
            </a:r>
            <a:endParaRPr lang="en-CA" sz="1800" b="0" u="none" strike="noStrike">
              <a:solidFill>
                <a:srgbClr val="FFFFFF"/>
              </a:solidFill>
              <a:effectLst/>
              <a:uFillTx/>
              <a:latin typeface="Times New Roman"/>
            </a:endParaRPr>
          </a:p>
        </p:txBody>
      </p:sp>
      <p:sp>
        <p:nvSpPr>
          <p:cNvPr id="75" name="PlaceHolder 5"/>
          <p:cNvSpPr>
            <a:spLocks noGrp="1"/>
          </p:cNvSpPr>
          <p:nvPr>
            <p:ph type="ftr" idx="14"/>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CA" sz="1400" b="0" u="none" strike="noStrike">
                <a:solidFill>
                  <a:srgbClr val="FFFFFF"/>
                </a:solidFill>
                <a:effectLst/>
                <a:uFillTx/>
                <a:latin typeface="Times New Roman"/>
              </a:defRPr>
            </a:lvl1pPr>
          </a:lstStyle>
          <a:p>
            <a:pPr indent="0" algn="ctr">
              <a:lnSpc>
                <a:spcPct val="100000"/>
              </a:lnSpc>
              <a:buNone/>
              <a:tabLst>
                <a:tab pos="0" algn="l"/>
              </a:tabLst>
            </a:pPr>
            <a:r>
              <a:rPr lang="en-CA" sz="1400" b="0" u="none" strike="noStrike">
                <a:solidFill>
                  <a:srgbClr val="FFFFFF"/>
                </a:solidFill>
                <a:effectLst/>
                <a:uFillTx/>
                <a:latin typeface="Times New Roman"/>
              </a:rPr>
              <a:t>&lt;footer&gt;</a:t>
            </a:r>
          </a:p>
        </p:txBody>
      </p:sp>
      <p:sp>
        <p:nvSpPr>
          <p:cNvPr id="76" name="PlaceHolder 6"/>
          <p:cNvSpPr>
            <a:spLocks noGrp="1"/>
          </p:cNvSpPr>
          <p:nvPr>
            <p:ph type="sldNum" idx="15"/>
          </p:nvPr>
        </p:nvSpPr>
        <p:spPr>
          <a:xfrm>
            <a:off x="86104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900" b="0" i="1" u="none" strike="noStrike">
                <a:solidFill>
                  <a:schemeClr val="dk1"/>
                </a:solidFill>
                <a:effectLst/>
                <a:uFillTx/>
                <a:latin typeface="Aptos"/>
              </a:defRPr>
            </a:lvl1pPr>
          </a:lstStyle>
          <a:p>
            <a:pPr indent="0" defTabSz="914400">
              <a:lnSpc>
                <a:spcPct val="100000"/>
              </a:lnSpc>
              <a:buNone/>
              <a:tabLst>
                <a:tab pos="0" algn="l"/>
              </a:tabLst>
            </a:pPr>
            <a:fld id="{A098F92A-F090-4CFF-8D14-37A66AE37277}" type="slidenum">
              <a:rPr lang="en-US" sz="900" b="0" i="1" u="none" strike="noStrike">
                <a:solidFill>
                  <a:schemeClr val="dk1"/>
                </a:solidFill>
                <a:effectLst/>
                <a:uFillTx/>
                <a:latin typeface="Aptos"/>
              </a:rPr>
              <a:t>‹#›</a:t>
            </a:fld>
            <a:endParaRPr lang="en-CA" sz="900" b="0" u="none" strike="noStrike">
              <a:solidFill>
                <a:srgbClr val="FFFFFF"/>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t="-1000" b="-1000"/>
          </a:stretch>
        </a:blipFill>
        <a:effectLst/>
      </p:bgPr>
    </p:bg>
    <p:spTree>
      <p:nvGrpSpPr>
        <p:cNvPr id="1" name=""/>
        <p:cNvGrpSpPr/>
        <p:nvPr/>
      </p:nvGrpSpPr>
      <p:grpSpPr>
        <a:xfrm>
          <a:off x="0" y="0"/>
          <a:ext cx="0" cy="0"/>
          <a:chOff x="0" y="0"/>
          <a:chExt cx="0" cy="0"/>
        </a:xfrm>
      </p:grpSpPr>
      <p:sp>
        <p:nvSpPr>
          <p:cNvPr id="77" name="Rectangle 6"/>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78" name="TextBox 7"/>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79" name="TextBox 8"/>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80" name="Rectangle 3"/>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81" name="TextBox 4"/>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82" name="TextBox 5"/>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83" name="Rectangle 13"/>
          <p:cNvSpPr/>
          <p:nvPr/>
        </p:nvSpPr>
        <p:spPr>
          <a:xfrm>
            <a:off x="0" y="0"/>
            <a:ext cx="12190680" cy="245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84" name="Title 1"/>
          <p:cNvSpPr/>
          <p:nvPr/>
        </p:nvSpPr>
        <p:spPr>
          <a:xfrm>
            <a:off x="11794680" y="0"/>
            <a:ext cx="395640" cy="245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defTabSz="914400">
              <a:lnSpc>
                <a:spcPct val="90000"/>
              </a:lnSpc>
            </a:pPr>
            <a:r>
              <a:rPr lang="en-US" sz="900" b="0" i="1" u="none" strike="noStrike">
                <a:solidFill>
                  <a:schemeClr val="dk1"/>
                </a:solidFill>
                <a:effectLst/>
                <a:uFillTx/>
                <a:latin typeface="Aptos Display"/>
              </a:rPr>
              <a:t>SUT</a:t>
            </a:r>
            <a:endParaRPr lang="en-CA" sz="900" b="0" u="none" strike="noStrike">
              <a:solidFill>
                <a:srgbClr val="FFFFFF"/>
              </a:solidFill>
              <a:effectLst/>
              <a:uFillTx/>
              <a:latin typeface="Arial"/>
            </a:endParaRPr>
          </a:p>
        </p:txBody>
      </p:sp>
      <p:cxnSp>
        <p:nvCxnSpPr>
          <p:cNvPr id="85" name="Straight Connector 17"/>
          <p:cNvCxnSpPr/>
          <p:nvPr/>
        </p:nvCxnSpPr>
        <p:spPr>
          <a:xfrm>
            <a:off x="0" y="246600"/>
            <a:ext cx="12193200" cy="1440"/>
          </a:xfrm>
          <a:prstGeom prst="straightConnector1">
            <a:avLst/>
          </a:prstGeom>
          <a:ln w="12700">
            <a:solidFill>
              <a:srgbClr val="000000"/>
            </a:solidFill>
            <a:round/>
          </a:ln>
        </p:spPr>
      </p:cxnSp>
      <p:cxnSp>
        <p:nvCxnSpPr>
          <p:cNvPr id="86" name="Straight Connector 20"/>
          <p:cNvCxnSpPr/>
          <p:nvPr/>
        </p:nvCxnSpPr>
        <p:spPr>
          <a:xfrm>
            <a:off x="0" y="6626160"/>
            <a:ext cx="12193200" cy="1440"/>
          </a:xfrm>
          <a:prstGeom prst="straightConnector1">
            <a:avLst/>
          </a:prstGeom>
          <a:ln w="12700">
            <a:solidFill>
              <a:srgbClr val="000000"/>
            </a:solidFill>
            <a:round/>
          </a:ln>
        </p:spPr>
      </p:cxnSp>
      <p:sp>
        <p:nvSpPr>
          <p:cNvPr id="87" name="PlaceHolder 1"/>
          <p:cNvSpPr>
            <a:spLocks noGrp="1"/>
          </p:cNvSpPr>
          <p:nvPr>
            <p:ph type="title"/>
          </p:nvPr>
        </p:nvSpPr>
        <p:spPr>
          <a:xfrm>
            <a:off x="838080" y="43740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CA" sz="4400" b="0" u="none" strike="noStrike">
              <a:solidFill>
                <a:srgbClr val="FFFFFF"/>
              </a:solidFill>
              <a:effectLst/>
              <a:uFillTx/>
              <a:latin typeface="Arial"/>
            </a:endParaRPr>
          </a:p>
        </p:txBody>
      </p:sp>
      <p:sp>
        <p:nvSpPr>
          <p:cNvPr id="88" name="PlaceHolder 2"/>
          <p:cNvSpPr>
            <a:spLocks noGrp="1"/>
          </p:cNvSpPr>
          <p:nvPr>
            <p:ph type="body"/>
          </p:nvPr>
        </p:nvSpPr>
        <p:spPr>
          <a:xfrm>
            <a:off x="838080" y="2061000"/>
            <a:ext cx="10514160" cy="399564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CA" sz="2800" b="0" u="none" strike="noStrike">
              <a:solidFill>
                <a:srgbClr val="FFFFFF"/>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CA" sz="2400" b="0" u="none" strike="noStrike">
              <a:solidFill>
                <a:srgbClr val="FFFFFF"/>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CA" sz="2000" b="0" u="none" strike="noStrike">
              <a:solidFill>
                <a:srgbClr val="FFFFFF"/>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CA" sz="1800" b="0" u="none" strike="noStrike">
              <a:solidFill>
                <a:srgbClr val="FFFFFF"/>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CA" sz="1800" b="0" u="none" strike="noStrike">
              <a:solidFill>
                <a:srgbClr val="FFFFFF"/>
              </a:solidFill>
              <a:effectLst/>
              <a:uFillTx/>
              <a:latin typeface="Arial"/>
            </a:endParaRPr>
          </a:p>
        </p:txBody>
      </p:sp>
      <p:sp>
        <p:nvSpPr>
          <p:cNvPr id="89" name="PlaceHolder 3"/>
          <p:cNvSpPr>
            <a:spLocks noGrp="1"/>
          </p:cNvSpPr>
          <p:nvPr>
            <p:ph type="dt" idx="16"/>
          </p:nvPr>
        </p:nvSpPr>
        <p:spPr>
          <a:xfrm>
            <a:off x="8380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dk1"/>
                </a:solidFill>
                <a:effectLst/>
                <a:uFillTx/>
                <a:latin typeface="Aptos"/>
              </a:defRPr>
            </a:lvl1pPr>
          </a:lstStyle>
          <a:p>
            <a:pPr indent="0" defTabSz="914400">
              <a:lnSpc>
                <a:spcPct val="100000"/>
              </a:lnSpc>
              <a:buNone/>
              <a:tabLst>
                <a:tab pos="0" algn="l"/>
              </a:tabLst>
            </a:pPr>
            <a:r>
              <a:rPr lang="en-US" sz="1800" b="0" u="none" strike="noStrike">
                <a:solidFill>
                  <a:schemeClr val="dk1"/>
                </a:solidFill>
                <a:effectLst/>
                <a:uFillTx/>
                <a:latin typeface="Aptos"/>
              </a:rPr>
              <a:t>&lt;date/time&gt;</a:t>
            </a:r>
            <a:endParaRPr lang="en-CA" sz="1800" b="0" u="none" strike="noStrike">
              <a:solidFill>
                <a:srgbClr val="FFFFFF"/>
              </a:solidFill>
              <a:effectLst/>
              <a:uFillTx/>
              <a:latin typeface="Times New Roman"/>
            </a:endParaRPr>
          </a:p>
        </p:txBody>
      </p:sp>
      <p:sp>
        <p:nvSpPr>
          <p:cNvPr id="90" name="PlaceHolder 4"/>
          <p:cNvSpPr>
            <a:spLocks noGrp="1"/>
          </p:cNvSpPr>
          <p:nvPr>
            <p:ph type="ftr" idx="17"/>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CA" sz="1400" b="0" u="none" strike="noStrike">
                <a:solidFill>
                  <a:srgbClr val="FFFFFF"/>
                </a:solidFill>
                <a:effectLst/>
                <a:uFillTx/>
                <a:latin typeface="Times New Roman"/>
              </a:defRPr>
            </a:lvl1pPr>
          </a:lstStyle>
          <a:p>
            <a:pPr indent="0" algn="ctr">
              <a:lnSpc>
                <a:spcPct val="100000"/>
              </a:lnSpc>
              <a:buNone/>
              <a:tabLst>
                <a:tab pos="0" algn="l"/>
              </a:tabLst>
            </a:pPr>
            <a:r>
              <a:rPr lang="en-CA" sz="1400" b="0" u="none" strike="noStrike">
                <a:solidFill>
                  <a:srgbClr val="FFFFFF"/>
                </a:solidFill>
                <a:effectLst/>
                <a:uFillTx/>
                <a:latin typeface="Times New Roman"/>
              </a:rPr>
              <a:t>&lt;footer&gt;</a:t>
            </a:r>
          </a:p>
        </p:txBody>
      </p:sp>
      <p:sp>
        <p:nvSpPr>
          <p:cNvPr id="91" name="PlaceHolder 5"/>
          <p:cNvSpPr>
            <a:spLocks noGrp="1"/>
          </p:cNvSpPr>
          <p:nvPr>
            <p:ph type="sldNum" idx="18"/>
          </p:nvPr>
        </p:nvSpPr>
        <p:spPr>
          <a:xfrm>
            <a:off x="86104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900" b="0" i="1" u="none" strike="noStrike">
                <a:solidFill>
                  <a:schemeClr val="dk1"/>
                </a:solidFill>
                <a:effectLst/>
                <a:uFillTx/>
                <a:latin typeface="Aptos"/>
              </a:defRPr>
            </a:lvl1pPr>
          </a:lstStyle>
          <a:p>
            <a:pPr indent="0" defTabSz="914400">
              <a:lnSpc>
                <a:spcPct val="100000"/>
              </a:lnSpc>
              <a:buNone/>
              <a:tabLst>
                <a:tab pos="0" algn="l"/>
              </a:tabLst>
            </a:pPr>
            <a:fld id="{7235E63E-8E1C-42E1-B524-FE3CC269F8C3}" type="slidenum">
              <a:rPr lang="en-US" sz="900" b="0" i="1" u="none" strike="noStrike">
                <a:solidFill>
                  <a:schemeClr val="dk1"/>
                </a:solidFill>
                <a:effectLst/>
                <a:uFillTx/>
                <a:latin typeface="Aptos"/>
              </a:rPr>
              <a:t>‹#›</a:t>
            </a:fld>
            <a:endParaRPr lang="en-CA" sz="900" b="0" u="none" strike="noStrike">
              <a:solidFill>
                <a:srgbClr val="FFFFFF"/>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lt1"/>
        </a:solidFill>
        <a:effectLst/>
      </p:bgPr>
    </p:bg>
    <p:spTree>
      <p:nvGrpSpPr>
        <p:cNvPr id="1" name=""/>
        <p:cNvGrpSpPr/>
        <p:nvPr/>
      </p:nvGrpSpPr>
      <p:grpSpPr>
        <a:xfrm>
          <a:off x="0" y="0"/>
          <a:ext cx="0" cy="0"/>
          <a:chOff x="0" y="0"/>
          <a:chExt cx="0" cy="0"/>
        </a:xfrm>
      </p:grpSpPr>
      <p:sp>
        <p:nvSpPr>
          <p:cNvPr id="92" name="Rectangle 6"/>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93" name="TextBox 7"/>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000000"/>
              </a:solidFill>
              <a:effectLst/>
              <a:uFillTx/>
              <a:latin typeface="Arial"/>
            </a:endParaRPr>
          </a:p>
        </p:txBody>
      </p:sp>
      <p:sp>
        <p:nvSpPr>
          <p:cNvPr id="94" name="TextBox 8"/>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000000"/>
              </a:solidFill>
              <a:effectLst/>
              <a:uFillTx/>
              <a:latin typeface="Arial"/>
            </a:endParaRPr>
          </a:p>
        </p:txBody>
      </p:sp>
      <p:sp>
        <p:nvSpPr>
          <p:cNvPr id="95" name="Rectangle 3"/>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96" name="TextBox 4"/>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000000"/>
              </a:solidFill>
              <a:effectLst/>
              <a:uFillTx/>
              <a:latin typeface="Arial"/>
            </a:endParaRPr>
          </a:p>
        </p:txBody>
      </p:sp>
      <p:sp>
        <p:nvSpPr>
          <p:cNvPr id="97" name="TextBox 5"/>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000000"/>
              </a:solidFill>
              <a:effectLst/>
              <a:uFillTx/>
              <a:latin typeface="Arial"/>
            </a:endParaRPr>
          </a:p>
        </p:txBody>
      </p:sp>
      <p:sp>
        <p:nvSpPr>
          <p:cNvPr id="98" name="Rectangle 13"/>
          <p:cNvSpPr/>
          <p:nvPr/>
        </p:nvSpPr>
        <p:spPr>
          <a:xfrm>
            <a:off x="0" y="0"/>
            <a:ext cx="12190680" cy="245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99" name="Title 1"/>
          <p:cNvSpPr/>
          <p:nvPr/>
        </p:nvSpPr>
        <p:spPr>
          <a:xfrm>
            <a:off x="11794680" y="0"/>
            <a:ext cx="395640" cy="245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defTabSz="914400">
              <a:lnSpc>
                <a:spcPct val="90000"/>
              </a:lnSpc>
            </a:pPr>
            <a:r>
              <a:rPr lang="en-US" sz="900" b="0" i="1" u="none" strike="noStrike">
                <a:solidFill>
                  <a:schemeClr val="dk1"/>
                </a:solidFill>
                <a:effectLst/>
                <a:uFillTx/>
                <a:latin typeface="Aptos Display"/>
              </a:rPr>
              <a:t>SUT</a:t>
            </a:r>
            <a:endParaRPr lang="en-CA" sz="900" b="0" u="none" strike="noStrike">
              <a:solidFill>
                <a:srgbClr val="000000"/>
              </a:solidFill>
              <a:effectLst/>
              <a:uFillTx/>
              <a:latin typeface="Arial"/>
            </a:endParaRPr>
          </a:p>
        </p:txBody>
      </p:sp>
      <p:cxnSp>
        <p:nvCxnSpPr>
          <p:cNvPr id="100" name="Straight Connector 17"/>
          <p:cNvCxnSpPr/>
          <p:nvPr/>
        </p:nvCxnSpPr>
        <p:spPr>
          <a:xfrm>
            <a:off x="0" y="246600"/>
            <a:ext cx="12193200" cy="1440"/>
          </a:xfrm>
          <a:prstGeom prst="straightConnector1">
            <a:avLst/>
          </a:prstGeom>
          <a:ln w="12700">
            <a:solidFill>
              <a:srgbClr val="000000"/>
            </a:solidFill>
            <a:round/>
          </a:ln>
        </p:spPr>
      </p:cxnSp>
      <p:cxnSp>
        <p:nvCxnSpPr>
          <p:cNvPr id="101" name="Straight Connector 20"/>
          <p:cNvCxnSpPr/>
          <p:nvPr/>
        </p:nvCxnSpPr>
        <p:spPr>
          <a:xfrm>
            <a:off x="0" y="6626160"/>
            <a:ext cx="12193200" cy="1440"/>
          </a:xfrm>
          <a:prstGeom prst="straightConnector1">
            <a:avLst/>
          </a:prstGeom>
          <a:ln w="12700">
            <a:solidFill>
              <a:srgbClr val="000000"/>
            </a:solidFill>
            <a:round/>
          </a:ln>
        </p:spPr>
      </p:cxnSp>
      <p:sp>
        <p:nvSpPr>
          <p:cNvPr id="102" name="PlaceHolder 1"/>
          <p:cNvSpPr>
            <a:spLocks noGrp="1"/>
          </p:cNvSpPr>
          <p:nvPr>
            <p:ph type="title"/>
          </p:nvPr>
        </p:nvSpPr>
        <p:spPr>
          <a:xfrm>
            <a:off x="1523880" y="1122480"/>
            <a:ext cx="9142560" cy="2016720"/>
          </a:xfrm>
          <a:prstGeom prst="rect">
            <a:avLst/>
          </a:prstGeom>
          <a:noFill/>
          <a:ln w="0">
            <a:noFill/>
          </a:ln>
        </p:spPr>
        <p:txBody>
          <a:bodyPr lIns="91440" tIns="45720" rIns="91440" bIns="45720" anchor="b">
            <a:noAutofit/>
          </a:bodyPr>
          <a:lstStyle/>
          <a:p>
            <a:pPr indent="0" algn="ctr"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CA" sz="6000" b="0" u="none" strike="noStrike">
              <a:solidFill>
                <a:srgbClr val="000000"/>
              </a:solidFill>
              <a:effectLst/>
              <a:uFillTx/>
              <a:latin typeface="Arial"/>
            </a:endParaRPr>
          </a:p>
        </p:txBody>
      </p:sp>
      <p:sp>
        <p:nvSpPr>
          <p:cNvPr id="103" name="PlaceHolder 2"/>
          <p:cNvSpPr>
            <a:spLocks noGrp="1"/>
          </p:cNvSpPr>
          <p:nvPr>
            <p:ph type="ftr" idx="19"/>
          </p:nvPr>
        </p:nvSpPr>
        <p:spPr>
          <a:xfrm>
            <a:off x="3926520" y="552096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CA" sz="1400" b="0" u="none" strike="noStrike">
                <a:solidFill>
                  <a:srgbClr val="000000"/>
                </a:solidFill>
                <a:effectLst/>
                <a:uFillTx/>
                <a:latin typeface="Times New Roman"/>
              </a:defRPr>
            </a:lvl1pPr>
          </a:lstStyle>
          <a:p>
            <a:pPr indent="0" algn="ctr">
              <a:lnSpc>
                <a:spcPct val="100000"/>
              </a:lnSpc>
              <a:buNone/>
              <a:tabLst>
                <a:tab pos="0" algn="l"/>
              </a:tabLst>
            </a:pPr>
            <a:r>
              <a:rPr lang="en-CA" sz="1400" b="0" u="none" strike="noStrike">
                <a:solidFill>
                  <a:srgbClr val="000000"/>
                </a:solidFill>
                <a:effectLst/>
                <a:uFillTx/>
                <a:latin typeface="Times New Roman"/>
              </a:rPr>
              <a:t>&lt;footer&gt;</a:t>
            </a:r>
          </a:p>
        </p:txBody>
      </p:sp>
      <p:sp>
        <p:nvSpPr>
          <p:cNvPr id="104" name="PlaceHolder 3"/>
          <p:cNvSpPr>
            <a:spLocks noGrp="1"/>
          </p:cNvSpPr>
          <p:nvPr>
            <p:ph type="sldNum" idx="20"/>
          </p:nvPr>
        </p:nvSpPr>
        <p:spPr>
          <a:xfrm>
            <a:off x="156960" y="0"/>
            <a:ext cx="559440" cy="24516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900" b="0" i="1" u="none" strike="noStrike">
                <a:solidFill>
                  <a:schemeClr val="dk1"/>
                </a:solidFill>
                <a:effectLst/>
                <a:uFillTx/>
                <a:latin typeface="Aptos"/>
              </a:defRPr>
            </a:lvl1pPr>
          </a:lstStyle>
          <a:p>
            <a:pPr indent="0" defTabSz="914400">
              <a:lnSpc>
                <a:spcPct val="100000"/>
              </a:lnSpc>
              <a:buNone/>
              <a:tabLst>
                <a:tab pos="0" algn="l"/>
              </a:tabLst>
            </a:pPr>
            <a:fld id="{D1148FF0-4900-467B-8033-58B9FA3AC4A9}" type="slidenum">
              <a:rPr lang="en-US" sz="900" b="0" i="1" u="none" strike="noStrike">
                <a:solidFill>
                  <a:schemeClr val="dk1"/>
                </a:solidFill>
                <a:effectLst/>
                <a:uFillTx/>
                <a:latin typeface="Aptos"/>
              </a:rPr>
              <a:t>‹#›</a:t>
            </a:fld>
            <a:endParaRPr lang="en-CA" sz="900" b="0" u="none" strike="noStrike">
              <a:solidFill>
                <a:srgbClr val="000000"/>
              </a:solidFill>
              <a:effectLst/>
              <a:uFillTx/>
              <a:latin typeface="Times New Roman"/>
            </a:endParaRPr>
          </a:p>
        </p:txBody>
      </p:sp>
      <p:sp>
        <p:nvSpPr>
          <p:cNvPr id="105" name="PlaceHolder 4"/>
          <p:cNvSpPr>
            <a:spLocks noGrp="1"/>
          </p:cNvSpPr>
          <p:nvPr>
            <p:ph type="body"/>
          </p:nvPr>
        </p:nvSpPr>
        <p:spPr>
          <a:xfrm>
            <a:off x="609480" y="1604520"/>
            <a:ext cx="10971360" cy="397620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CA"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CA"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CA"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CA"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CA"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CA"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CA" sz="2000" b="0" u="none" strike="noStrike">
              <a:solidFill>
                <a:srgbClr val="000000"/>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t="-1000" b="-1000"/>
          </a:stretch>
        </a:blipFill>
        <a:effectLst/>
      </p:bgPr>
    </p:bg>
    <p:spTree>
      <p:nvGrpSpPr>
        <p:cNvPr id="1" name=""/>
        <p:cNvGrpSpPr/>
        <p:nvPr/>
      </p:nvGrpSpPr>
      <p:grpSpPr>
        <a:xfrm>
          <a:off x="0" y="0"/>
          <a:ext cx="0" cy="0"/>
          <a:chOff x="0" y="0"/>
          <a:chExt cx="0" cy="0"/>
        </a:xfrm>
      </p:grpSpPr>
      <p:sp>
        <p:nvSpPr>
          <p:cNvPr id="106" name="Rectangle 6"/>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07" name="TextBox 7"/>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108" name="TextBox 8"/>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109" name="Rectangle 3"/>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10" name="TextBox 4"/>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111" name="TextBox 5"/>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112" name="Rectangle 13"/>
          <p:cNvSpPr/>
          <p:nvPr/>
        </p:nvSpPr>
        <p:spPr>
          <a:xfrm>
            <a:off x="0" y="0"/>
            <a:ext cx="12190680" cy="245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13" name="Title 1"/>
          <p:cNvSpPr/>
          <p:nvPr/>
        </p:nvSpPr>
        <p:spPr>
          <a:xfrm>
            <a:off x="11794680" y="0"/>
            <a:ext cx="395640" cy="245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defTabSz="914400">
              <a:lnSpc>
                <a:spcPct val="90000"/>
              </a:lnSpc>
            </a:pPr>
            <a:r>
              <a:rPr lang="en-US" sz="900" b="0" i="1" u="none" strike="noStrike">
                <a:solidFill>
                  <a:schemeClr val="dk1"/>
                </a:solidFill>
                <a:effectLst/>
                <a:uFillTx/>
                <a:latin typeface="Aptos Display"/>
              </a:rPr>
              <a:t>SUT</a:t>
            </a:r>
            <a:endParaRPr lang="en-CA" sz="900" b="0" u="none" strike="noStrike">
              <a:solidFill>
                <a:srgbClr val="FFFFFF"/>
              </a:solidFill>
              <a:effectLst/>
              <a:uFillTx/>
              <a:latin typeface="Arial"/>
            </a:endParaRPr>
          </a:p>
        </p:txBody>
      </p:sp>
      <p:cxnSp>
        <p:nvCxnSpPr>
          <p:cNvPr id="114" name="Straight Connector 17"/>
          <p:cNvCxnSpPr/>
          <p:nvPr/>
        </p:nvCxnSpPr>
        <p:spPr>
          <a:xfrm>
            <a:off x="0" y="246600"/>
            <a:ext cx="12193200" cy="1440"/>
          </a:xfrm>
          <a:prstGeom prst="straightConnector1">
            <a:avLst/>
          </a:prstGeom>
          <a:ln w="12700">
            <a:solidFill>
              <a:srgbClr val="000000"/>
            </a:solidFill>
            <a:round/>
          </a:ln>
        </p:spPr>
      </p:cxnSp>
      <p:cxnSp>
        <p:nvCxnSpPr>
          <p:cNvPr id="115" name="Straight Connector 20"/>
          <p:cNvCxnSpPr/>
          <p:nvPr/>
        </p:nvCxnSpPr>
        <p:spPr>
          <a:xfrm>
            <a:off x="0" y="6626160"/>
            <a:ext cx="12193200" cy="1440"/>
          </a:xfrm>
          <a:prstGeom prst="straightConnector1">
            <a:avLst/>
          </a:prstGeom>
          <a:ln w="12700">
            <a:solidFill>
              <a:srgbClr val="000000"/>
            </a:solidFill>
            <a:round/>
          </a:ln>
        </p:spPr>
      </p:cxnSp>
      <p:sp>
        <p:nvSpPr>
          <p:cNvPr id="116" name="PlaceHolder 1"/>
          <p:cNvSpPr>
            <a:spLocks noGrp="1"/>
          </p:cNvSpPr>
          <p:nvPr>
            <p:ph type="title"/>
          </p:nvPr>
        </p:nvSpPr>
        <p:spPr>
          <a:xfrm>
            <a:off x="8724960" y="365040"/>
            <a:ext cx="2627640" cy="5810400"/>
          </a:xfrm>
          <a:prstGeom prst="rect">
            <a:avLst/>
          </a:prstGeom>
          <a:noFill/>
          <a:ln w="0">
            <a:noFill/>
          </a:ln>
        </p:spPr>
        <p:txBody>
          <a:bodyPr vert="eaVert"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CA" sz="4400" b="0" u="none" strike="noStrike">
              <a:solidFill>
                <a:srgbClr val="FFFFFF"/>
              </a:solidFill>
              <a:effectLst/>
              <a:uFillTx/>
              <a:latin typeface="Arial"/>
            </a:endParaRPr>
          </a:p>
        </p:txBody>
      </p:sp>
      <p:sp>
        <p:nvSpPr>
          <p:cNvPr id="117" name="PlaceHolder 2"/>
          <p:cNvSpPr>
            <a:spLocks noGrp="1"/>
          </p:cNvSpPr>
          <p:nvPr>
            <p:ph type="body"/>
          </p:nvPr>
        </p:nvSpPr>
        <p:spPr>
          <a:xfrm>
            <a:off x="838080" y="365040"/>
            <a:ext cx="7732800" cy="581040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CA" sz="2800" b="0" u="none" strike="noStrike">
              <a:solidFill>
                <a:srgbClr val="FFFFFF"/>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CA" sz="2400" b="0" u="none" strike="noStrike">
              <a:solidFill>
                <a:srgbClr val="FFFFFF"/>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CA" sz="2000" b="0" u="none" strike="noStrike">
              <a:solidFill>
                <a:srgbClr val="FFFFFF"/>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CA" sz="1800" b="0" u="none" strike="noStrike">
              <a:solidFill>
                <a:srgbClr val="FFFFFF"/>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CA" sz="1800" b="0" u="none" strike="noStrike">
              <a:solidFill>
                <a:srgbClr val="FFFFFF"/>
              </a:solidFill>
              <a:effectLst/>
              <a:uFillTx/>
              <a:latin typeface="Arial"/>
            </a:endParaRPr>
          </a:p>
        </p:txBody>
      </p:sp>
      <p:sp>
        <p:nvSpPr>
          <p:cNvPr id="118" name="PlaceHolder 3"/>
          <p:cNvSpPr>
            <a:spLocks noGrp="1"/>
          </p:cNvSpPr>
          <p:nvPr>
            <p:ph type="dt" idx="21"/>
          </p:nvPr>
        </p:nvSpPr>
        <p:spPr>
          <a:xfrm>
            <a:off x="8380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dk1"/>
                </a:solidFill>
                <a:effectLst/>
                <a:uFillTx/>
                <a:latin typeface="Aptos"/>
              </a:defRPr>
            </a:lvl1pPr>
          </a:lstStyle>
          <a:p>
            <a:pPr indent="0" defTabSz="914400">
              <a:lnSpc>
                <a:spcPct val="100000"/>
              </a:lnSpc>
              <a:buNone/>
              <a:tabLst>
                <a:tab pos="0" algn="l"/>
              </a:tabLst>
            </a:pPr>
            <a:r>
              <a:rPr lang="en-US" sz="1800" b="0" u="none" strike="noStrike">
                <a:solidFill>
                  <a:schemeClr val="dk1"/>
                </a:solidFill>
                <a:effectLst/>
                <a:uFillTx/>
                <a:latin typeface="Aptos"/>
              </a:rPr>
              <a:t>&lt;date/time&gt;</a:t>
            </a:r>
            <a:endParaRPr lang="en-CA" sz="1800" b="0" u="none" strike="noStrike">
              <a:solidFill>
                <a:srgbClr val="FFFFFF"/>
              </a:solidFill>
              <a:effectLst/>
              <a:uFillTx/>
              <a:latin typeface="Times New Roman"/>
            </a:endParaRPr>
          </a:p>
        </p:txBody>
      </p:sp>
      <p:sp>
        <p:nvSpPr>
          <p:cNvPr id="119" name="PlaceHolder 4"/>
          <p:cNvSpPr>
            <a:spLocks noGrp="1"/>
          </p:cNvSpPr>
          <p:nvPr>
            <p:ph type="ftr" idx="22"/>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CA" sz="1400" b="0" u="none" strike="noStrike">
                <a:solidFill>
                  <a:srgbClr val="FFFFFF"/>
                </a:solidFill>
                <a:effectLst/>
                <a:uFillTx/>
                <a:latin typeface="Times New Roman"/>
              </a:defRPr>
            </a:lvl1pPr>
          </a:lstStyle>
          <a:p>
            <a:pPr indent="0" algn="ctr">
              <a:lnSpc>
                <a:spcPct val="100000"/>
              </a:lnSpc>
              <a:buNone/>
              <a:tabLst>
                <a:tab pos="0" algn="l"/>
              </a:tabLst>
            </a:pPr>
            <a:r>
              <a:rPr lang="en-CA" sz="1400" b="0" u="none" strike="noStrike">
                <a:solidFill>
                  <a:srgbClr val="FFFFFF"/>
                </a:solidFill>
                <a:effectLst/>
                <a:uFillTx/>
                <a:latin typeface="Times New Roman"/>
              </a:rPr>
              <a:t>&lt;footer&gt;</a:t>
            </a:r>
          </a:p>
        </p:txBody>
      </p:sp>
      <p:sp>
        <p:nvSpPr>
          <p:cNvPr id="120" name="PlaceHolder 5"/>
          <p:cNvSpPr>
            <a:spLocks noGrp="1"/>
          </p:cNvSpPr>
          <p:nvPr>
            <p:ph type="sldNum" idx="23"/>
          </p:nvPr>
        </p:nvSpPr>
        <p:spPr>
          <a:xfrm>
            <a:off x="86104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900" b="0" i="1" u="none" strike="noStrike">
                <a:solidFill>
                  <a:schemeClr val="dk1"/>
                </a:solidFill>
                <a:effectLst/>
                <a:uFillTx/>
                <a:latin typeface="Aptos"/>
              </a:defRPr>
            </a:lvl1pPr>
          </a:lstStyle>
          <a:p>
            <a:pPr indent="0" defTabSz="914400">
              <a:lnSpc>
                <a:spcPct val="100000"/>
              </a:lnSpc>
              <a:buNone/>
              <a:tabLst>
                <a:tab pos="0" algn="l"/>
              </a:tabLst>
            </a:pPr>
            <a:fld id="{F1B3FA8E-9607-4C88-B994-760A02DD29BB}" type="slidenum">
              <a:rPr lang="en-US" sz="900" b="0" i="1" u="none" strike="noStrike">
                <a:solidFill>
                  <a:schemeClr val="dk1"/>
                </a:solidFill>
                <a:effectLst/>
                <a:uFillTx/>
                <a:latin typeface="Aptos"/>
              </a:rPr>
              <a:t>‹#›</a:t>
            </a:fld>
            <a:endParaRPr lang="en-CA" sz="900" b="0" u="none" strike="noStrike">
              <a:solidFill>
                <a:srgbClr val="FFFFFF"/>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t="-1000" b="-1000"/>
          </a:stretch>
        </a:blipFill>
        <a:effectLst/>
      </p:bgPr>
    </p:bg>
    <p:spTree>
      <p:nvGrpSpPr>
        <p:cNvPr id="1" name=""/>
        <p:cNvGrpSpPr/>
        <p:nvPr/>
      </p:nvGrpSpPr>
      <p:grpSpPr>
        <a:xfrm>
          <a:off x="0" y="0"/>
          <a:ext cx="0" cy="0"/>
          <a:chOff x="0" y="0"/>
          <a:chExt cx="0" cy="0"/>
        </a:xfrm>
      </p:grpSpPr>
      <p:sp>
        <p:nvSpPr>
          <p:cNvPr id="121" name="Rectangle 6"/>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22" name="TextBox 7"/>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123" name="TextBox 8"/>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124" name="Rectangle 3"/>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25" name="TextBox 4"/>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126" name="TextBox 5"/>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127" name="Rectangle 13"/>
          <p:cNvSpPr/>
          <p:nvPr/>
        </p:nvSpPr>
        <p:spPr>
          <a:xfrm>
            <a:off x="0" y="0"/>
            <a:ext cx="12190680" cy="245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28" name="Title 1"/>
          <p:cNvSpPr/>
          <p:nvPr/>
        </p:nvSpPr>
        <p:spPr>
          <a:xfrm>
            <a:off x="11794680" y="0"/>
            <a:ext cx="395640" cy="245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defTabSz="914400">
              <a:lnSpc>
                <a:spcPct val="90000"/>
              </a:lnSpc>
            </a:pPr>
            <a:r>
              <a:rPr lang="en-US" sz="900" b="0" i="1" u="none" strike="noStrike">
                <a:solidFill>
                  <a:schemeClr val="dk1"/>
                </a:solidFill>
                <a:effectLst/>
                <a:uFillTx/>
                <a:latin typeface="Aptos Display"/>
              </a:rPr>
              <a:t>SUT</a:t>
            </a:r>
            <a:endParaRPr lang="en-CA" sz="900" b="0" u="none" strike="noStrike">
              <a:solidFill>
                <a:srgbClr val="FFFFFF"/>
              </a:solidFill>
              <a:effectLst/>
              <a:uFillTx/>
              <a:latin typeface="Arial"/>
            </a:endParaRPr>
          </a:p>
        </p:txBody>
      </p:sp>
      <p:cxnSp>
        <p:nvCxnSpPr>
          <p:cNvPr id="129" name="Straight Connector 17"/>
          <p:cNvCxnSpPr/>
          <p:nvPr/>
        </p:nvCxnSpPr>
        <p:spPr>
          <a:xfrm>
            <a:off x="0" y="246600"/>
            <a:ext cx="12193200" cy="1440"/>
          </a:xfrm>
          <a:prstGeom prst="straightConnector1">
            <a:avLst/>
          </a:prstGeom>
          <a:ln w="12700">
            <a:solidFill>
              <a:srgbClr val="000000"/>
            </a:solidFill>
            <a:round/>
          </a:ln>
        </p:spPr>
      </p:cxnSp>
      <p:cxnSp>
        <p:nvCxnSpPr>
          <p:cNvPr id="130" name="Straight Connector 20"/>
          <p:cNvCxnSpPr/>
          <p:nvPr/>
        </p:nvCxnSpPr>
        <p:spPr>
          <a:xfrm>
            <a:off x="0" y="6626160"/>
            <a:ext cx="12193200" cy="1440"/>
          </a:xfrm>
          <a:prstGeom prst="straightConnector1">
            <a:avLst/>
          </a:prstGeom>
          <a:ln w="12700">
            <a:solidFill>
              <a:srgbClr val="000000"/>
            </a:solidFill>
            <a:round/>
          </a:ln>
        </p:spPr>
      </p:cxnSp>
      <p:sp>
        <p:nvSpPr>
          <p:cNvPr id="131" name="PlaceHolder 1"/>
          <p:cNvSpPr>
            <a:spLocks noGrp="1"/>
          </p:cNvSpPr>
          <p:nvPr>
            <p:ph type="title"/>
          </p:nvPr>
        </p:nvSpPr>
        <p:spPr>
          <a:xfrm>
            <a:off x="831960" y="1709640"/>
            <a:ext cx="10514160" cy="285120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CA" sz="6000" b="0" u="none" strike="noStrike">
              <a:solidFill>
                <a:srgbClr val="FFFFFF"/>
              </a:solidFill>
              <a:effectLst/>
              <a:uFillTx/>
              <a:latin typeface="Arial"/>
            </a:endParaRPr>
          </a:p>
        </p:txBody>
      </p:sp>
      <p:sp>
        <p:nvSpPr>
          <p:cNvPr id="132" name="PlaceHolder 2"/>
          <p:cNvSpPr>
            <a:spLocks noGrp="1"/>
          </p:cNvSpPr>
          <p:nvPr>
            <p:ph type="body"/>
          </p:nvPr>
        </p:nvSpPr>
        <p:spPr>
          <a:xfrm>
            <a:off x="831960" y="4589640"/>
            <a:ext cx="10514160" cy="14986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400" b="0" u="none" strike="noStrike">
                <a:solidFill>
                  <a:schemeClr val="dk1">
                    <a:tint val="82000"/>
                  </a:schemeClr>
                </a:solidFill>
                <a:effectLst/>
                <a:uFillTx/>
                <a:latin typeface="Aptos"/>
              </a:rPr>
              <a:t>Click to edit Master text styles</a:t>
            </a:r>
            <a:endParaRPr lang="en-CA" sz="2400" b="0" u="none" strike="noStrike">
              <a:solidFill>
                <a:srgbClr val="FFFFFF"/>
              </a:solidFill>
              <a:effectLst/>
              <a:uFillTx/>
              <a:latin typeface="Arial"/>
            </a:endParaRPr>
          </a:p>
        </p:txBody>
      </p:sp>
      <p:sp>
        <p:nvSpPr>
          <p:cNvPr id="133" name="PlaceHolder 3"/>
          <p:cNvSpPr>
            <a:spLocks noGrp="1"/>
          </p:cNvSpPr>
          <p:nvPr>
            <p:ph type="dt" idx="24"/>
          </p:nvPr>
        </p:nvSpPr>
        <p:spPr>
          <a:xfrm>
            <a:off x="8380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dk1"/>
                </a:solidFill>
                <a:effectLst/>
                <a:uFillTx/>
                <a:latin typeface="Aptos"/>
              </a:defRPr>
            </a:lvl1pPr>
          </a:lstStyle>
          <a:p>
            <a:pPr indent="0" defTabSz="914400">
              <a:lnSpc>
                <a:spcPct val="100000"/>
              </a:lnSpc>
              <a:buNone/>
              <a:tabLst>
                <a:tab pos="0" algn="l"/>
              </a:tabLst>
            </a:pPr>
            <a:r>
              <a:rPr lang="en-US" sz="1800" b="0" u="none" strike="noStrike">
                <a:solidFill>
                  <a:schemeClr val="dk1"/>
                </a:solidFill>
                <a:effectLst/>
                <a:uFillTx/>
                <a:latin typeface="Aptos"/>
              </a:rPr>
              <a:t>&lt;date/time&gt;</a:t>
            </a:r>
            <a:endParaRPr lang="en-CA" sz="1800" b="0" u="none" strike="noStrike">
              <a:solidFill>
                <a:srgbClr val="FFFFFF"/>
              </a:solidFill>
              <a:effectLst/>
              <a:uFillTx/>
              <a:latin typeface="Times New Roman"/>
            </a:endParaRPr>
          </a:p>
        </p:txBody>
      </p:sp>
      <p:sp>
        <p:nvSpPr>
          <p:cNvPr id="134" name="PlaceHolder 4"/>
          <p:cNvSpPr>
            <a:spLocks noGrp="1"/>
          </p:cNvSpPr>
          <p:nvPr>
            <p:ph type="ftr" idx="25"/>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CA" sz="1400" b="0" u="none" strike="noStrike">
                <a:solidFill>
                  <a:srgbClr val="FFFFFF"/>
                </a:solidFill>
                <a:effectLst/>
                <a:uFillTx/>
                <a:latin typeface="Times New Roman"/>
              </a:defRPr>
            </a:lvl1pPr>
          </a:lstStyle>
          <a:p>
            <a:pPr indent="0" algn="ctr">
              <a:lnSpc>
                <a:spcPct val="100000"/>
              </a:lnSpc>
              <a:buNone/>
              <a:tabLst>
                <a:tab pos="0" algn="l"/>
              </a:tabLst>
            </a:pPr>
            <a:r>
              <a:rPr lang="en-CA" sz="1400" b="0" u="none" strike="noStrike">
                <a:solidFill>
                  <a:srgbClr val="FFFFFF"/>
                </a:solidFill>
                <a:effectLst/>
                <a:uFillTx/>
                <a:latin typeface="Times New Roman"/>
              </a:rPr>
              <a:t>&lt;footer&gt;</a:t>
            </a:r>
          </a:p>
        </p:txBody>
      </p:sp>
      <p:sp>
        <p:nvSpPr>
          <p:cNvPr id="135" name="PlaceHolder 5"/>
          <p:cNvSpPr>
            <a:spLocks noGrp="1"/>
          </p:cNvSpPr>
          <p:nvPr>
            <p:ph type="sldNum" idx="26"/>
          </p:nvPr>
        </p:nvSpPr>
        <p:spPr>
          <a:xfrm>
            <a:off x="86104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900" b="0" i="1" u="none" strike="noStrike">
                <a:solidFill>
                  <a:schemeClr val="dk1"/>
                </a:solidFill>
                <a:effectLst/>
                <a:uFillTx/>
                <a:latin typeface="Aptos"/>
              </a:defRPr>
            </a:lvl1pPr>
          </a:lstStyle>
          <a:p>
            <a:pPr indent="0" defTabSz="914400">
              <a:lnSpc>
                <a:spcPct val="100000"/>
              </a:lnSpc>
              <a:buNone/>
              <a:tabLst>
                <a:tab pos="0" algn="l"/>
              </a:tabLst>
            </a:pPr>
            <a:fld id="{590C7921-DDAD-4561-8876-722CA55AE603}" type="slidenum">
              <a:rPr lang="en-US" sz="900" b="0" i="1" u="none" strike="noStrike">
                <a:solidFill>
                  <a:schemeClr val="dk1"/>
                </a:solidFill>
                <a:effectLst/>
                <a:uFillTx/>
                <a:latin typeface="Aptos"/>
              </a:rPr>
              <a:t>‹#›</a:t>
            </a:fld>
            <a:endParaRPr lang="en-CA" sz="900" b="0" u="none" strike="noStrike">
              <a:solidFill>
                <a:srgbClr val="FFFFFF"/>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t="-1000" b="-1000"/>
          </a:stretch>
        </a:blipFill>
        <a:effectLst/>
      </p:bgPr>
    </p:bg>
    <p:spTree>
      <p:nvGrpSpPr>
        <p:cNvPr id="1" name=""/>
        <p:cNvGrpSpPr/>
        <p:nvPr/>
      </p:nvGrpSpPr>
      <p:grpSpPr>
        <a:xfrm>
          <a:off x="0" y="0"/>
          <a:ext cx="0" cy="0"/>
          <a:chOff x="0" y="0"/>
          <a:chExt cx="0" cy="0"/>
        </a:xfrm>
      </p:grpSpPr>
      <p:sp>
        <p:nvSpPr>
          <p:cNvPr id="136" name="Rectangle 6"/>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37" name="TextBox 7"/>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138" name="TextBox 8"/>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139" name="Rectangle 3"/>
          <p:cNvSpPr/>
          <p:nvPr/>
        </p:nvSpPr>
        <p:spPr>
          <a:xfrm>
            <a:off x="0" y="6640920"/>
            <a:ext cx="12190680" cy="215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40" name="TextBox 4"/>
          <p:cNvSpPr/>
          <p:nvPr/>
        </p:nvSpPr>
        <p:spPr>
          <a:xfrm>
            <a:off x="0" y="6626520"/>
            <a:ext cx="393336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Presented by Aphiwat Deelom, Electrical and Computer Engineering</a:t>
            </a:r>
            <a:endParaRPr lang="en-CA" sz="1000" b="0" u="none" strike="noStrike">
              <a:solidFill>
                <a:srgbClr val="FFFFFF"/>
              </a:solidFill>
              <a:effectLst/>
              <a:uFillTx/>
              <a:latin typeface="Arial"/>
            </a:endParaRPr>
          </a:p>
        </p:txBody>
      </p:sp>
      <p:sp>
        <p:nvSpPr>
          <p:cNvPr id="141" name="TextBox 5"/>
          <p:cNvSpPr/>
          <p:nvPr/>
        </p:nvSpPr>
        <p:spPr>
          <a:xfrm>
            <a:off x="10113840" y="6611760"/>
            <a:ext cx="214128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i="1" u="none" strike="noStrike">
                <a:solidFill>
                  <a:schemeClr val="dk1"/>
                </a:solidFill>
                <a:effectLst/>
                <a:uFillTx/>
                <a:latin typeface="Aptos"/>
              </a:rPr>
              <a:t>Suranaree university of technology</a:t>
            </a:r>
            <a:endParaRPr lang="en-CA" sz="1000" b="0" u="none" strike="noStrike">
              <a:solidFill>
                <a:srgbClr val="FFFFFF"/>
              </a:solidFill>
              <a:effectLst/>
              <a:uFillTx/>
              <a:latin typeface="Arial"/>
            </a:endParaRPr>
          </a:p>
        </p:txBody>
      </p:sp>
      <p:sp>
        <p:nvSpPr>
          <p:cNvPr id="142" name="Rectangle 13"/>
          <p:cNvSpPr/>
          <p:nvPr/>
        </p:nvSpPr>
        <p:spPr>
          <a:xfrm>
            <a:off x="0" y="0"/>
            <a:ext cx="12190680" cy="245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43" name="Title 1"/>
          <p:cNvSpPr/>
          <p:nvPr/>
        </p:nvSpPr>
        <p:spPr>
          <a:xfrm>
            <a:off x="11794680" y="0"/>
            <a:ext cx="395640" cy="245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defTabSz="914400">
              <a:lnSpc>
                <a:spcPct val="90000"/>
              </a:lnSpc>
            </a:pPr>
            <a:r>
              <a:rPr lang="en-US" sz="900" b="0" i="1" u="none" strike="noStrike">
                <a:solidFill>
                  <a:schemeClr val="dk1"/>
                </a:solidFill>
                <a:effectLst/>
                <a:uFillTx/>
                <a:latin typeface="Aptos Display"/>
              </a:rPr>
              <a:t>SUT</a:t>
            </a:r>
            <a:endParaRPr lang="en-CA" sz="900" b="0" u="none" strike="noStrike">
              <a:solidFill>
                <a:srgbClr val="FFFFFF"/>
              </a:solidFill>
              <a:effectLst/>
              <a:uFillTx/>
              <a:latin typeface="Arial"/>
            </a:endParaRPr>
          </a:p>
        </p:txBody>
      </p:sp>
      <p:cxnSp>
        <p:nvCxnSpPr>
          <p:cNvPr id="144" name="Straight Connector 17"/>
          <p:cNvCxnSpPr/>
          <p:nvPr/>
        </p:nvCxnSpPr>
        <p:spPr>
          <a:xfrm>
            <a:off x="0" y="246600"/>
            <a:ext cx="12193200" cy="1440"/>
          </a:xfrm>
          <a:prstGeom prst="straightConnector1">
            <a:avLst/>
          </a:prstGeom>
          <a:ln w="12700">
            <a:solidFill>
              <a:srgbClr val="000000"/>
            </a:solidFill>
            <a:round/>
          </a:ln>
        </p:spPr>
      </p:cxnSp>
      <p:cxnSp>
        <p:nvCxnSpPr>
          <p:cNvPr id="145" name="Straight Connector 20"/>
          <p:cNvCxnSpPr/>
          <p:nvPr/>
        </p:nvCxnSpPr>
        <p:spPr>
          <a:xfrm>
            <a:off x="0" y="6626160"/>
            <a:ext cx="12193200" cy="1440"/>
          </a:xfrm>
          <a:prstGeom prst="straightConnector1">
            <a:avLst/>
          </a:prstGeom>
          <a:ln w="12700">
            <a:solidFill>
              <a:srgbClr val="000000"/>
            </a:solidFill>
            <a:round/>
          </a:ln>
        </p:spPr>
      </p:cxnSp>
      <p:sp>
        <p:nvSpPr>
          <p:cNvPr id="146" name="PlaceHolder 1"/>
          <p:cNvSpPr>
            <a:spLocks noGrp="1"/>
          </p:cNvSpPr>
          <p:nvPr>
            <p:ph type="title"/>
          </p:nvPr>
        </p:nvSpPr>
        <p:spPr>
          <a:xfrm>
            <a:off x="838080" y="437400"/>
            <a:ext cx="10514160" cy="13240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CA" sz="4400" b="0" u="none" strike="noStrike">
              <a:solidFill>
                <a:srgbClr val="FFFFFF"/>
              </a:solidFill>
              <a:effectLst/>
              <a:uFillTx/>
              <a:latin typeface="Arial"/>
            </a:endParaRPr>
          </a:p>
        </p:txBody>
      </p:sp>
      <p:sp>
        <p:nvSpPr>
          <p:cNvPr id="147" name="PlaceHolder 2"/>
          <p:cNvSpPr>
            <a:spLocks noGrp="1"/>
          </p:cNvSpPr>
          <p:nvPr>
            <p:ph type="body"/>
          </p:nvPr>
        </p:nvSpPr>
        <p:spPr>
          <a:xfrm>
            <a:off x="838080" y="1825560"/>
            <a:ext cx="518004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CA" sz="2800" b="0" u="none" strike="noStrike">
              <a:solidFill>
                <a:srgbClr val="FFFFFF"/>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CA" sz="2400" b="0" u="none" strike="noStrike">
              <a:solidFill>
                <a:srgbClr val="FFFFFF"/>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CA" sz="2000" b="0" u="none" strike="noStrike">
              <a:solidFill>
                <a:srgbClr val="FFFFFF"/>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CA" sz="1800" b="0" u="none" strike="noStrike">
              <a:solidFill>
                <a:srgbClr val="FFFFFF"/>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CA" sz="1800" b="0" u="none" strike="noStrike">
              <a:solidFill>
                <a:srgbClr val="FFFFFF"/>
              </a:solidFill>
              <a:effectLst/>
              <a:uFillTx/>
              <a:latin typeface="Arial"/>
            </a:endParaRPr>
          </a:p>
        </p:txBody>
      </p:sp>
      <p:sp>
        <p:nvSpPr>
          <p:cNvPr id="148" name="PlaceHolder 3"/>
          <p:cNvSpPr>
            <a:spLocks noGrp="1"/>
          </p:cNvSpPr>
          <p:nvPr>
            <p:ph type="body"/>
          </p:nvPr>
        </p:nvSpPr>
        <p:spPr>
          <a:xfrm>
            <a:off x="6172200" y="1825560"/>
            <a:ext cx="5180040" cy="4349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CA" sz="2800" b="0" u="none" strike="noStrike">
              <a:solidFill>
                <a:srgbClr val="FFFFFF"/>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CA" sz="2400" b="0" u="none" strike="noStrike">
              <a:solidFill>
                <a:srgbClr val="FFFFFF"/>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CA" sz="2000" b="0" u="none" strike="noStrike">
              <a:solidFill>
                <a:srgbClr val="FFFFFF"/>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CA" sz="1800" b="0" u="none" strike="noStrike">
              <a:solidFill>
                <a:srgbClr val="FFFFFF"/>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CA" sz="1800" b="0" u="none" strike="noStrike">
              <a:solidFill>
                <a:srgbClr val="FFFFFF"/>
              </a:solidFill>
              <a:effectLst/>
              <a:uFillTx/>
              <a:latin typeface="Arial"/>
            </a:endParaRPr>
          </a:p>
        </p:txBody>
      </p:sp>
      <p:sp>
        <p:nvSpPr>
          <p:cNvPr id="149" name="PlaceHolder 4"/>
          <p:cNvSpPr>
            <a:spLocks noGrp="1"/>
          </p:cNvSpPr>
          <p:nvPr>
            <p:ph type="dt" idx="27"/>
          </p:nvPr>
        </p:nvSpPr>
        <p:spPr>
          <a:xfrm>
            <a:off x="8380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dk1"/>
                </a:solidFill>
                <a:effectLst/>
                <a:uFillTx/>
                <a:latin typeface="Aptos"/>
              </a:defRPr>
            </a:lvl1pPr>
          </a:lstStyle>
          <a:p>
            <a:pPr indent="0" defTabSz="914400">
              <a:lnSpc>
                <a:spcPct val="100000"/>
              </a:lnSpc>
              <a:buNone/>
              <a:tabLst>
                <a:tab pos="0" algn="l"/>
              </a:tabLst>
            </a:pPr>
            <a:r>
              <a:rPr lang="en-US" sz="1800" b="0" u="none" strike="noStrike">
                <a:solidFill>
                  <a:schemeClr val="dk1"/>
                </a:solidFill>
                <a:effectLst/>
                <a:uFillTx/>
                <a:latin typeface="Aptos"/>
              </a:rPr>
              <a:t>&lt;date/time&gt;</a:t>
            </a:r>
            <a:endParaRPr lang="en-CA" sz="1800" b="0" u="none" strike="noStrike">
              <a:solidFill>
                <a:srgbClr val="FFFFFF"/>
              </a:solidFill>
              <a:effectLst/>
              <a:uFillTx/>
              <a:latin typeface="Times New Roman"/>
            </a:endParaRPr>
          </a:p>
        </p:txBody>
      </p:sp>
      <p:sp>
        <p:nvSpPr>
          <p:cNvPr id="150" name="PlaceHolder 5"/>
          <p:cNvSpPr>
            <a:spLocks noGrp="1"/>
          </p:cNvSpPr>
          <p:nvPr>
            <p:ph type="ftr" idx="28"/>
          </p:nvPr>
        </p:nvSpPr>
        <p:spPr>
          <a:xfrm>
            <a:off x="4038480" y="6356520"/>
            <a:ext cx="4113360" cy="36360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CA" sz="1400" b="0" u="none" strike="noStrike">
                <a:solidFill>
                  <a:srgbClr val="FFFFFF"/>
                </a:solidFill>
                <a:effectLst/>
                <a:uFillTx/>
                <a:latin typeface="Times New Roman"/>
              </a:defRPr>
            </a:lvl1pPr>
          </a:lstStyle>
          <a:p>
            <a:pPr indent="0" algn="ctr">
              <a:lnSpc>
                <a:spcPct val="100000"/>
              </a:lnSpc>
              <a:buNone/>
              <a:tabLst>
                <a:tab pos="0" algn="l"/>
              </a:tabLst>
            </a:pPr>
            <a:r>
              <a:rPr lang="en-CA" sz="1400" b="0" u="none" strike="noStrike">
                <a:solidFill>
                  <a:srgbClr val="FFFFFF"/>
                </a:solidFill>
                <a:effectLst/>
                <a:uFillTx/>
                <a:latin typeface="Times New Roman"/>
              </a:rPr>
              <a:t>&lt;footer&gt;</a:t>
            </a:r>
          </a:p>
        </p:txBody>
      </p:sp>
      <p:sp>
        <p:nvSpPr>
          <p:cNvPr id="151" name="PlaceHolder 6"/>
          <p:cNvSpPr>
            <a:spLocks noGrp="1"/>
          </p:cNvSpPr>
          <p:nvPr>
            <p:ph type="sldNum" idx="29"/>
          </p:nvPr>
        </p:nvSpPr>
        <p:spPr>
          <a:xfrm>
            <a:off x="8610480" y="6356520"/>
            <a:ext cx="274176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900" b="0" i="1" u="none" strike="noStrike">
                <a:solidFill>
                  <a:schemeClr val="dk1"/>
                </a:solidFill>
                <a:effectLst/>
                <a:uFillTx/>
                <a:latin typeface="Aptos"/>
              </a:defRPr>
            </a:lvl1pPr>
          </a:lstStyle>
          <a:p>
            <a:pPr indent="0" defTabSz="914400">
              <a:lnSpc>
                <a:spcPct val="100000"/>
              </a:lnSpc>
              <a:buNone/>
              <a:tabLst>
                <a:tab pos="0" algn="l"/>
              </a:tabLst>
            </a:pPr>
            <a:fld id="{CFA9B00A-1109-4802-A03D-20C7F54236A8}" type="slidenum">
              <a:rPr lang="en-US" sz="900" b="0" i="1" u="none" strike="noStrike">
                <a:solidFill>
                  <a:schemeClr val="dk1"/>
                </a:solidFill>
                <a:effectLst/>
                <a:uFillTx/>
                <a:latin typeface="Aptos"/>
              </a:rPr>
              <a:t>‹#›</a:t>
            </a:fld>
            <a:endParaRPr lang="en-CA" sz="900" b="0" u="none" strike="noStrike">
              <a:solidFill>
                <a:srgbClr val="FFFFFF"/>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Rectangle 3"/>
          <p:cNvSpPr/>
          <p:nvPr/>
        </p:nvSpPr>
        <p:spPr>
          <a:xfrm>
            <a:off x="0" y="1373040"/>
            <a:ext cx="12190680" cy="3376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lt1"/>
                </a:solidFill>
                <a:effectLst/>
                <a:uFillTx/>
                <a:latin typeface="Aptos"/>
              </a:rPr>
              <a:t>Integrating Statistical Process Control with Machine Learning-Based Anomaly Detection for Enhanced Process Monitoring</a:t>
            </a:r>
            <a:endParaRPr lang="en-CA" sz="1800" b="0" u="none" strike="noStrike">
              <a:solidFill>
                <a:srgbClr val="000000"/>
              </a:solidFill>
              <a:effectLst/>
              <a:uFillTx/>
              <a:latin typeface="Arial"/>
            </a:endParaRPr>
          </a:p>
        </p:txBody>
      </p:sp>
      <p:sp>
        <p:nvSpPr>
          <p:cNvPr id="159" name="PlaceHolder 1"/>
          <p:cNvSpPr>
            <a:spLocks noGrp="1"/>
          </p:cNvSpPr>
          <p:nvPr>
            <p:ph type="title"/>
          </p:nvPr>
        </p:nvSpPr>
        <p:spPr>
          <a:xfrm>
            <a:off x="314640" y="1852920"/>
            <a:ext cx="11807280" cy="190224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4400" b="0" u="none" strike="noStrike" dirty="0">
                <a:solidFill>
                  <a:schemeClr val="dk1"/>
                </a:solidFill>
                <a:effectLst/>
                <a:uFillTx/>
                <a:latin typeface="Aptos Display"/>
              </a:rPr>
              <a:t>Cost‑Sensitive Genetic‑Algorithm Optimization of Statistical Process Control Limits</a:t>
            </a:r>
            <a:endParaRPr lang="en-CA" sz="4400" b="0" u="none" strike="noStrike" dirty="0">
              <a:solidFill>
                <a:srgbClr val="FFFFFF"/>
              </a:solidFill>
              <a:effectLst/>
              <a:uFillTx/>
              <a:latin typeface="Arial"/>
            </a:endParaRPr>
          </a:p>
        </p:txBody>
      </p:sp>
      <p:sp>
        <p:nvSpPr>
          <p:cNvPr id="160" name="Title 1"/>
          <p:cNvSpPr/>
          <p:nvPr/>
        </p:nvSpPr>
        <p:spPr>
          <a:xfrm>
            <a:off x="8888400" y="3938760"/>
            <a:ext cx="3233520" cy="72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90000"/>
              </a:lnSpc>
            </a:pPr>
            <a:r>
              <a:rPr lang="en-US" sz="2000" b="0" u="none" strike="noStrike">
                <a:solidFill>
                  <a:schemeClr val="dk1"/>
                </a:solidFill>
                <a:effectLst/>
                <a:uFillTx/>
                <a:latin typeface="Aptos Display"/>
              </a:rPr>
              <a:t>		Aphiwat D.</a:t>
            </a:r>
            <a:endParaRPr lang="en-CA" sz="2000" b="0" u="none" strike="noStrike">
              <a:solidFill>
                <a:srgbClr val="FFFFFF"/>
              </a:solidFill>
              <a:effectLst/>
              <a:uFillTx/>
              <a:latin typeface="Arial"/>
            </a:endParaRPr>
          </a:p>
          <a:p>
            <a:pPr defTabSz="914400">
              <a:lnSpc>
                <a:spcPct val="90000"/>
              </a:lnSpc>
            </a:pPr>
            <a:r>
              <a:rPr lang="en-US" sz="1000" b="0" i="1" u="none" strike="noStrike">
                <a:solidFill>
                  <a:schemeClr val="dk1"/>
                </a:solidFill>
                <a:effectLst/>
                <a:uFillTx/>
                <a:latin typeface="Aptos Display"/>
              </a:rPr>
              <a:t>Master Degree Electrical and Computer Engineering Student</a:t>
            </a:r>
            <a:endParaRPr lang="en-CA" sz="100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Rectangle 6"/>
          <p:cNvSpPr/>
          <p:nvPr/>
        </p:nvSpPr>
        <p:spPr>
          <a:xfrm>
            <a:off x="0" y="255600"/>
            <a:ext cx="12190680" cy="564480"/>
          </a:xfrm>
          <a:prstGeom prst="rect">
            <a:avLst/>
          </a:prstGeom>
          <a:blipFill rotWithShape="0">
            <a:blip r:embed="rId2"/>
            <a:srcRect/>
            <a:tile tx="0" ty="0" sx="99955" sy="99963" algn="bl"/>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62" name="TextBox 5"/>
          <p:cNvSpPr/>
          <p:nvPr/>
        </p:nvSpPr>
        <p:spPr>
          <a:xfrm>
            <a:off x="210960" y="335520"/>
            <a:ext cx="895320" cy="40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000" b="0" u="none" strike="noStrike">
                <a:solidFill>
                  <a:schemeClr val="lt1"/>
                </a:solidFill>
                <a:effectLst/>
                <a:uFillTx/>
                <a:latin typeface="Aptos"/>
              </a:rPr>
              <a:t>Topics </a:t>
            </a:r>
            <a:endParaRPr lang="en-CA" sz="2000" b="0" u="none" strike="noStrike">
              <a:solidFill>
                <a:srgbClr val="000000"/>
              </a:solidFill>
              <a:effectLst/>
              <a:uFillTx/>
              <a:latin typeface="Arial"/>
            </a:endParaRPr>
          </a:p>
        </p:txBody>
      </p:sp>
      <p:sp>
        <p:nvSpPr>
          <p:cNvPr id="163" name="TextBox 1"/>
          <p:cNvSpPr/>
          <p:nvPr/>
        </p:nvSpPr>
        <p:spPr>
          <a:xfrm>
            <a:off x="659520" y="1250640"/>
            <a:ext cx="7599240" cy="427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171360" indent="-171360" defTabSz="914400">
              <a:lnSpc>
                <a:spcPct val="100000"/>
              </a:lnSpc>
              <a:buClr>
                <a:srgbClr val="000000"/>
              </a:buClr>
              <a:buFont typeface="Arial"/>
              <a:buChar char="•"/>
            </a:pPr>
            <a:r>
              <a:rPr lang="en-US" sz="1600" b="0" u="none" strike="noStrike" dirty="0">
                <a:solidFill>
                  <a:schemeClr val="dk1"/>
                </a:solidFill>
                <a:effectLst/>
                <a:uFillTx/>
                <a:latin typeface="Aptos Display"/>
              </a:rPr>
              <a:t>Background</a:t>
            </a:r>
            <a:endParaRPr lang="en-CA" sz="1600" b="0" u="none" strike="noStrike" dirty="0">
              <a:solidFill>
                <a:srgbClr val="000000"/>
              </a:solidFill>
              <a:effectLst/>
              <a:uFillTx/>
              <a:latin typeface="Arial"/>
            </a:endParaRPr>
          </a:p>
          <a:p>
            <a:pPr marL="171360" indent="-171360" defTabSz="914400">
              <a:lnSpc>
                <a:spcPct val="100000"/>
              </a:lnSpc>
              <a:buClr>
                <a:srgbClr val="000000"/>
              </a:buClr>
              <a:buFont typeface="Arial"/>
              <a:buChar char="•"/>
            </a:pPr>
            <a:r>
              <a:rPr lang="en-US" sz="1600" b="0" u="none" strike="noStrike" dirty="0">
                <a:solidFill>
                  <a:schemeClr val="dk1"/>
                </a:solidFill>
                <a:effectLst/>
                <a:uFillTx/>
                <a:latin typeface="Aptos Display"/>
              </a:rPr>
              <a:t>Restrictions of X-bar Chart</a:t>
            </a:r>
            <a:endParaRPr lang="en-CA" sz="1600" b="0" u="none" strike="noStrike" dirty="0">
              <a:solidFill>
                <a:srgbClr val="000000"/>
              </a:solidFill>
              <a:effectLst/>
              <a:uFillTx/>
              <a:latin typeface="Arial"/>
            </a:endParaRPr>
          </a:p>
          <a:p>
            <a:pPr marL="171360" indent="-171360" defTabSz="914400">
              <a:lnSpc>
                <a:spcPct val="100000"/>
              </a:lnSpc>
              <a:buClr>
                <a:srgbClr val="000000"/>
              </a:buClr>
              <a:buFont typeface="Arial"/>
              <a:buChar char="•"/>
            </a:pPr>
            <a:r>
              <a:rPr lang="en-US" sz="1600" b="0" u="none" strike="noStrike" dirty="0">
                <a:solidFill>
                  <a:schemeClr val="dk1"/>
                </a:solidFill>
                <a:effectLst/>
                <a:uFillTx/>
                <a:latin typeface="Aptos Display"/>
              </a:rPr>
              <a:t>False positives (FP) and False negatives (FN)</a:t>
            </a:r>
            <a:endParaRPr lang="en-CA" sz="1600" b="0" u="none" strike="noStrike" dirty="0">
              <a:solidFill>
                <a:srgbClr val="000000"/>
              </a:solidFill>
              <a:effectLst/>
              <a:uFillTx/>
              <a:latin typeface="Arial"/>
            </a:endParaRPr>
          </a:p>
          <a:p>
            <a:pPr marL="171360" indent="-171360" defTabSz="914400">
              <a:lnSpc>
                <a:spcPct val="100000"/>
              </a:lnSpc>
              <a:buClr>
                <a:srgbClr val="000000"/>
              </a:buClr>
              <a:buFont typeface="Arial"/>
              <a:buChar char="•"/>
            </a:pPr>
            <a:r>
              <a:rPr lang="en-US" sz="1600" b="0" u="none" strike="noStrike" dirty="0">
                <a:solidFill>
                  <a:schemeClr val="dk1"/>
                </a:solidFill>
                <a:effectLst/>
                <a:uFillTx/>
                <a:latin typeface="Aptos Display"/>
              </a:rPr>
              <a:t>Linear Programming Problem  (LPP)</a:t>
            </a:r>
            <a:endParaRPr lang="en-CA" sz="1600" b="0" u="none" strike="noStrike" dirty="0">
              <a:solidFill>
                <a:srgbClr val="000000"/>
              </a:solidFill>
              <a:effectLst/>
              <a:uFillTx/>
              <a:latin typeface="Arial"/>
            </a:endParaRPr>
          </a:p>
          <a:p>
            <a:pPr marL="628560" lvl="1" indent="-171360" defTabSz="914400">
              <a:lnSpc>
                <a:spcPct val="100000"/>
              </a:lnSpc>
              <a:buClr>
                <a:srgbClr val="000000"/>
              </a:buClr>
              <a:buFont typeface="Arial"/>
              <a:buChar char="•"/>
            </a:pPr>
            <a:r>
              <a:rPr lang="en-US" sz="1600" b="0" u="none" strike="noStrike" dirty="0">
                <a:solidFill>
                  <a:schemeClr val="dk1"/>
                </a:solidFill>
                <a:effectLst/>
                <a:uFillTx/>
                <a:latin typeface="Aptos Display"/>
              </a:rPr>
              <a:t>Objective Function</a:t>
            </a:r>
            <a:endParaRPr lang="en-CA" sz="1600" b="0" u="none" strike="noStrike" dirty="0">
              <a:solidFill>
                <a:srgbClr val="000000"/>
              </a:solidFill>
              <a:effectLst/>
              <a:uFillTx/>
              <a:latin typeface="Arial"/>
            </a:endParaRPr>
          </a:p>
          <a:p>
            <a:pPr marL="628560" lvl="1" indent="-171360" defTabSz="914400">
              <a:lnSpc>
                <a:spcPct val="100000"/>
              </a:lnSpc>
              <a:buClr>
                <a:srgbClr val="000000"/>
              </a:buClr>
              <a:buFont typeface="Arial"/>
              <a:buChar char="•"/>
            </a:pPr>
            <a:r>
              <a:rPr lang="en-US" sz="1600" b="0" u="none" strike="noStrike" dirty="0">
                <a:solidFill>
                  <a:schemeClr val="dk1"/>
                </a:solidFill>
                <a:effectLst/>
                <a:uFillTx/>
                <a:latin typeface="Aptos Display"/>
              </a:rPr>
              <a:t>Constraints</a:t>
            </a:r>
            <a:endParaRPr lang="en-CA" sz="1600" b="0" u="none" strike="noStrike" dirty="0">
              <a:solidFill>
                <a:srgbClr val="000000"/>
              </a:solidFill>
              <a:effectLst/>
              <a:uFillTx/>
              <a:latin typeface="Arial"/>
            </a:endParaRPr>
          </a:p>
          <a:p>
            <a:pPr marL="171360" indent="-171360" defTabSz="914400">
              <a:lnSpc>
                <a:spcPct val="100000"/>
              </a:lnSpc>
              <a:buClr>
                <a:srgbClr val="000000"/>
              </a:buClr>
              <a:buFont typeface="Arial"/>
              <a:buChar char="•"/>
            </a:pPr>
            <a:r>
              <a:rPr lang="en-US" sz="1600" b="0" u="none" strike="noStrike" dirty="0">
                <a:solidFill>
                  <a:schemeClr val="dk1"/>
                </a:solidFill>
                <a:effectLst/>
                <a:uFillTx/>
                <a:latin typeface="Aptos Display"/>
              </a:rPr>
              <a:t>Flowchart to find the optimal threshold(k) of limit</a:t>
            </a:r>
          </a:p>
          <a:p>
            <a:pPr marL="171360" indent="-171360" defTabSz="914400">
              <a:lnSpc>
                <a:spcPct val="100000"/>
              </a:lnSpc>
              <a:buClr>
                <a:srgbClr val="000000"/>
              </a:buClr>
              <a:buFont typeface="Arial"/>
              <a:buChar char="•"/>
            </a:pPr>
            <a:r>
              <a:rPr lang="en-US" sz="1600" b="0" u="none" strike="noStrike" dirty="0">
                <a:solidFill>
                  <a:srgbClr val="000000"/>
                </a:solidFill>
                <a:effectLst/>
                <a:uFillTx/>
                <a:latin typeface="Arial"/>
              </a:rPr>
              <a:t>Optimal Control Limit Multiplier (k) Determination Based on Cost-Sensitive Analysis</a:t>
            </a:r>
          </a:p>
          <a:p>
            <a:pPr marL="171360" indent="-171360" defTabSz="914400">
              <a:lnSpc>
                <a:spcPct val="100000"/>
              </a:lnSpc>
              <a:buClr>
                <a:srgbClr val="000000"/>
              </a:buClr>
              <a:buFont typeface="Arial"/>
              <a:buChar char="•"/>
            </a:pPr>
            <a:r>
              <a:rPr lang="en-US" sz="1600" b="0" u="none" strike="noStrike" dirty="0">
                <a:solidFill>
                  <a:schemeClr val="dk1"/>
                </a:solidFill>
                <a:effectLst/>
                <a:uFillTx/>
                <a:latin typeface="Aptos Display"/>
              </a:rPr>
              <a:t>Result</a:t>
            </a:r>
            <a:r>
              <a:rPr lang="en-US" sz="1600" dirty="0">
                <a:solidFill>
                  <a:schemeClr val="dk1"/>
                </a:solidFill>
                <a:latin typeface="Aptos Display"/>
              </a:rPr>
              <a:t> </a:t>
            </a:r>
            <a:r>
              <a:rPr lang="en-US" sz="1600" b="0" u="none" strike="noStrike" dirty="0">
                <a:solidFill>
                  <a:schemeClr val="dk1"/>
                </a:solidFill>
                <a:effectLst/>
                <a:uFillTx/>
                <a:latin typeface="Aptos Display"/>
              </a:rPr>
              <a:t>between Traditional SPC X – Bar vs Optimization SPC (GA)</a:t>
            </a:r>
          </a:p>
          <a:p>
            <a:pPr marL="171360" indent="-171360" defTabSz="914400">
              <a:lnSpc>
                <a:spcPct val="100000"/>
              </a:lnSpc>
              <a:buClr>
                <a:srgbClr val="000000"/>
              </a:buClr>
              <a:buFont typeface="Arial"/>
              <a:buChar char="•"/>
            </a:pPr>
            <a:r>
              <a:rPr lang="en-US" sz="1600" b="0" u="none" strike="noStrike" dirty="0">
                <a:solidFill>
                  <a:schemeClr val="dk1"/>
                </a:solidFill>
                <a:effectLst/>
                <a:uFillTx/>
                <a:latin typeface="Aptos Display"/>
              </a:rPr>
              <a:t>Generic Algorithm </a:t>
            </a:r>
          </a:p>
          <a:p>
            <a:pPr marL="171360" indent="-171360" defTabSz="914400">
              <a:lnSpc>
                <a:spcPct val="100000"/>
              </a:lnSpc>
              <a:buClr>
                <a:srgbClr val="000000"/>
              </a:buClr>
              <a:buFont typeface="Arial"/>
              <a:buChar char="•"/>
            </a:pPr>
            <a:endParaRPr lang="en-CA" sz="1600" b="0" u="none" strike="noStrike" dirty="0">
              <a:solidFill>
                <a:srgbClr val="000000"/>
              </a:solidFill>
              <a:effectLst/>
              <a:uFillTx/>
              <a:latin typeface="Arial"/>
            </a:endParaRPr>
          </a:p>
          <a:p>
            <a:pPr defTabSz="914400">
              <a:lnSpc>
                <a:spcPct val="100000"/>
              </a:lnSpc>
            </a:pPr>
            <a:endParaRPr lang="en-CA" sz="1600" b="0" u="none" strike="noStrike" dirty="0">
              <a:solidFill>
                <a:srgbClr val="000000"/>
              </a:solidFill>
              <a:effectLst/>
              <a:uFillTx/>
              <a:latin typeface="Arial"/>
            </a:endParaRPr>
          </a:p>
          <a:p>
            <a:pPr defTabSz="914400">
              <a:lnSpc>
                <a:spcPct val="100000"/>
              </a:lnSpc>
            </a:pPr>
            <a:endParaRPr lang="en-CA" sz="1600" b="0" u="none" strike="noStrike" dirty="0">
              <a:solidFill>
                <a:srgbClr val="000000"/>
              </a:solidFill>
              <a:effectLst/>
              <a:uFillTx/>
              <a:latin typeface="Arial"/>
            </a:endParaRPr>
          </a:p>
          <a:p>
            <a:pPr defTabSz="914400">
              <a:lnSpc>
                <a:spcPct val="100000"/>
              </a:lnSpc>
            </a:pPr>
            <a:endParaRPr lang="en-CA" sz="1600" b="0" u="none" strike="noStrike" dirty="0">
              <a:solidFill>
                <a:srgbClr val="000000"/>
              </a:solidFill>
              <a:effectLst/>
              <a:uFillTx/>
              <a:latin typeface="Arial"/>
            </a:endParaRPr>
          </a:p>
          <a:p>
            <a:pPr defTabSz="914400">
              <a:lnSpc>
                <a:spcPct val="100000"/>
              </a:lnSpc>
            </a:pPr>
            <a:endParaRPr lang="en-CA" sz="1600" b="0" u="none" strike="noStrike" dirty="0">
              <a:solidFill>
                <a:srgbClr val="000000"/>
              </a:solidFill>
              <a:effectLst/>
              <a:uFillTx/>
              <a:latin typeface="Arial"/>
            </a:endParaRPr>
          </a:p>
          <a:p>
            <a:pPr defTabSz="914400">
              <a:lnSpc>
                <a:spcPct val="100000"/>
              </a:lnSpc>
            </a:pPr>
            <a:endParaRPr lang="en-CA" sz="1600" b="0" u="none" strike="noStrike" dirty="0">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Rectangle 6"/>
          <p:cNvSpPr/>
          <p:nvPr/>
        </p:nvSpPr>
        <p:spPr>
          <a:xfrm>
            <a:off x="0" y="255600"/>
            <a:ext cx="12190680" cy="564480"/>
          </a:xfrm>
          <a:prstGeom prst="rect">
            <a:avLst/>
          </a:prstGeom>
          <a:blipFill rotWithShape="0">
            <a:blip r:embed="rId2"/>
            <a:srcRect/>
            <a:tile tx="0" ty="0" sx="99955" sy="99963" algn="bl"/>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65" name="TextBox 4"/>
          <p:cNvSpPr/>
          <p:nvPr/>
        </p:nvSpPr>
        <p:spPr>
          <a:xfrm>
            <a:off x="336600" y="1201680"/>
            <a:ext cx="11087280" cy="154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dirty="0">
                <a:solidFill>
                  <a:schemeClr val="dk1"/>
                </a:solidFill>
                <a:effectLst/>
                <a:uFillTx/>
                <a:latin typeface="Aptos"/>
              </a:rPr>
              <a:t>	In the manufacturing process, Statistical Process Control (SPC) is a powerful tool used to monitor the stability of processes. SPC is widely employed to control product quality through excellent methods, particularly the X-bar chart.</a:t>
            </a:r>
            <a:endParaRPr lang="en-CA" sz="1050" b="0" u="none" strike="noStrike" dirty="0">
              <a:solidFill>
                <a:srgbClr val="000000"/>
              </a:solidFill>
              <a:effectLst/>
              <a:uFillTx/>
              <a:latin typeface="Arial"/>
            </a:endParaRPr>
          </a:p>
          <a:p>
            <a:pPr defTabSz="914400">
              <a:lnSpc>
                <a:spcPct val="100000"/>
              </a:lnSpc>
            </a:pPr>
            <a:r>
              <a:rPr lang="en-US" sz="1050" b="0" u="none" strike="noStrike" dirty="0">
                <a:solidFill>
                  <a:schemeClr val="dk1"/>
                </a:solidFill>
                <a:effectLst/>
                <a:uFillTx/>
                <a:latin typeface="Aptos"/>
              </a:rPr>
              <a:t>	</a:t>
            </a:r>
            <a:endParaRPr lang="en-CA" sz="1050" b="0" u="none" strike="noStrike" dirty="0">
              <a:solidFill>
                <a:srgbClr val="000000"/>
              </a:solidFill>
              <a:effectLst/>
              <a:uFillTx/>
              <a:latin typeface="Arial"/>
            </a:endParaRPr>
          </a:p>
          <a:p>
            <a:pPr defTabSz="914400">
              <a:lnSpc>
                <a:spcPct val="100000"/>
              </a:lnSpc>
            </a:pPr>
            <a:r>
              <a:rPr lang="en-US" sz="1050" b="0" u="none" strike="noStrike" dirty="0">
                <a:solidFill>
                  <a:schemeClr val="dk1"/>
                </a:solidFill>
                <a:effectLst/>
                <a:uFillTx/>
                <a:latin typeface="Aptos"/>
              </a:rPr>
              <a:t>	However, one of the limitations of the X-bar chart is its heavy reliance on the assumption that the data follows a normal distribution. Moreover, process owners must manually define the upper and lower control limits. Typically, the upper limit is set at the mean plus three times the standard deviation, and the lower limit is set at the mean minus three times the standard deviation.</a:t>
            </a:r>
            <a:endParaRPr lang="en-CA" sz="1050" b="0" u="none" strike="noStrike" dirty="0">
              <a:solidFill>
                <a:srgbClr val="000000"/>
              </a:solidFill>
              <a:effectLst/>
              <a:uFillTx/>
              <a:latin typeface="Arial"/>
            </a:endParaRPr>
          </a:p>
          <a:p>
            <a:pPr defTabSz="914400">
              <a:lnSpc>
                <a:spcPct val="100000"/>
              </a:lnSpc>
            </a:pPr>
            <a:r>
              <a:rPr lang="en-US" sz="1050" b="0" u="none" strike="noStrike" dirty="0">
                <a:solidFill>
                  <a:schemeClr val="dk1"/>
                </a:solidFill>
                <a:effectLst/>
                <a:uFillTx/>
                <a:latin typeface="Aptos"/>
              </a:rPr>
              <a:t>	In today's highly dynamic manufacturing environments, the fixed thresholds used in traditional X-bar charts are often inadequate. Instead, the control limits must be properly adjusted to reflect the evolving nature of the manufacturing process.</a:t>
            </a:r>
            <a:endParaRPr lang="en-CA" sz="1050" b="0" u="none" strike="noStrike" dirty="0">
              <a:solidFill>
                <a:srgbClr val="000000"/>
              </a:solidFill>
              <a:effectLst/>
              <a:uFillTx/>
              <a:latin typeface="Arial"/>
            </a:endParaRPr>
          </a:p>
          <a:p>
            <a:pPr defTabSz="914400">
              <a:lnSpc>
                <a:spcPct val="100000"/>
              </a:lnSpc>
            </a:pPr>
            <a:endParaRPr lang="en-CA" sz="1050" b="0" u="none" strike="noStrike" dirty="0">
              <a:solidFill>
                <a:srgbClr val="000000"/>
              </a:solidFill>
              <a:effectLst/>
              <a:uFillTx/>
              <a:latin typeface="Arial"/>
            </a:endParaRPr>
          </a:p>
        </p:txBody>
      </p:sp>
      <p:grpSp>
        <p:nvGrpSpPr>
          <p:cNvPr id="166" name="Group 1"/>
          <p:cNvGrpSpPr/>
          <p:nvPr/>
        </p:nvGrpSpPr>
        <p:grpSpPr>
          <a:xfrm>
            <a:off x="540360" y="3290040"/>
            <a:ext cx="5924880" cy="3230640"/>
            <a:chOff x="540360" y="3290040"/>
            <a:chExt cx="5924880" cy="3230640"/>
          </a:xfrm>
        </p:grpSpPr>
        <p:pic>
          <p:nvPicPr>
            <p:cNvPr id="167" name="Picture 13"/>
            <p:cNvPicPr/>
            <p:nvPr/>
          </p:nvPicPr>
          <p:blipFill>
            <a:blip r:embed="rId3"/>
            <a:stretch/>
          </p:blipFill>
          <p:spPr>
            <a:xfrm>
              <a:off x="540360" y="3457440"/>
              <a:ext cx="5924880" cy="3063240"/>
            </a:xfrm>
            <a:prstGeom prst="rect">
              <a:avLst/>
            </a:prstGeom>
            <a:noFill/>
            <a:ln w="0">
              <a:noFill/>
            </a:ln>
          </p:spPr>
        </p:pic>
        <p:sp>
          <p:nvSpPr>
            <p:cNvPr id="168" name="Rectangle 15"/>
            <p:cNvSpPr/>
            <p:nvPr/>
          </p:nvSpPr>
          <p:spPr>
            <a:xfrm>
              <a:off x="784440" y="3290040"/>
              <a:ext cx="1321200" cy="3020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0" u="none" strike="noStrike">
                  <a:solidFill>
                    <a:schemeClr val="lt1"/>
                  </a:solidFill>
                  <a:effectLst/>
                  <a:uFillTx/>
                  <a:latin typeface="Aptos"/>
                </a:rPr>
                <a:t>Example of X-bar</a:t>
              </a:r>
              <a:endParaRPr lang="en-CA" sz="1050" b="0" u="none" strike="noStrike">
                <a:solidFill>
                  <a:srgbClr val="FFFFFF"/>
                </a:solidFill>
                <a:effectLst/>
                <a:uFillTx/>
                <a:latin typeface="Arial"/>
              </a:endParaRPr>
            </a:p>
          </p:txBody>
        </p:sp>
      </p:grpSp>
      <p:grpSp>
        <p:nvGrpSpPr>
          <p:cNvPr id="169" name="Group 2"/>
          <p:cNvGrpSpPr/>
          <p:nvPr/>
        </p:nvGrpSpPr>
        <p:grpSpPr>
          <a:xfrm>
            <a:off x="7985520" y="3429000"/>
            <a:ext cx="3314520" cy="2942280"/>
            <a:chOff x="7985520" y="3429000"/>
            <a:chExt cx="3314520" cy="2942280"/>
          </a:xfrm>
        </p:grpSpPr>
        <p:pic>
          <p:nvPicPr>
            <p:cNvPr id="170" name="Picture 8"/>
            <p:cNvPicPr/>
            <p:nvPr/>
          </p:nvPicPr>
          <p:blipFill>
            <a:blip r:embed="rId4"/>
            <a:stretch/>
          </p:blipFill>
          <p:spPr>
            <a:xfrm>
              <a:off x="7985520" y="3692880"/>
              <a:ext cx="3314520" cy="2678400"/>
            </a:xfrm>
            <a:prstGeom prst="rect">
              <a:avLst/>
            </a:prstGeom>
            <a:noFill/>
            <a:ln w="0">
              <a:noFill/>
            </a:ln>
          </p:spPr>
        </p:pic>
        <p:sp>
          <p:nvSpPr>
            <p:cNvPr id="171" name="Rectangle 16"/>
            <p:cNvSpPr/>
            <p:nvPr/>
          </p:nvSpPr>
          <p:spPr>
            <a:xfrm>
              <a:off x="8101800" y="3429000"/>
              <a:ext cx="2048040" cy="27108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0" u="none" strike="noStrike">
                  <a:solidFill>
                    <a:schemeClr val="lt1"/>
                  </a:solidFill>
                  <a:effectLst/>
                  <a:uFillTx/>
                  <a:latin typeface="Aptos"/>
                </a:rPr>
                <a:t>Example of normal distribution</a:t>
              </a:r>
              <a:endParaRPr lang="en-CA" sz="1050" b="0" u="none" strike="noStrike">
                <a:solidFill>
                  <a:srgbClr val="FFFFFF"/>
                </a:solidFill>
                <a:effectLst/>
                <a:uFillTx/>
                <a:latin typeface="Arial"/>
              </a:endParaRPr>
            </a:p>
          </p:txBody>
        </p:sp>
      </p:grpSp>
      <p:sp>
        <p:nvSpPr>
          <p:cNvPr id="172" name="TextBox 3"/>
          <p:cNvSpPr/>
          <p:nvPr/>
        </p:nvSpPr>
        <p:spPr>
          <a:xfrm>
            <a:off x="216719" y="335520"/>
            <a:ext cx="8276649" cy="39865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914400">
              <a:lnSpc>
                <a:spcPct val="100000"/>
              </a:lnSpc>
            </a:pPr>
            <a:r>
              <a:rPr lang="en-US" sz="2000" b="0" u="none" strike="noStrike" dirty="0">
                <a:solidFill>
                  <a:schemeClr val="lt1"/>
                </a:solidFill>
                <a:effectLst/>
                <a:uFillTx/>
                <a:latin typeface="Aptos"/>
              </a:rPr>
              <a:t>Background Statistical Process Control In the manufacturing process  </a:t>
            </a:r>
            <a:endParaRPr lang="en-CA" sz="2000" b="0" u="none" strike="noStrike" dirty="0">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6"/>
          <p:cNvSpPr/>
          <p:nvPr/>
        </p:nvSpPr>
        <p:spPr>
          <a:xfrm>
            <a:off x="0" y="255600"/>
            <a:ext cx="12190680" cy="564480"/>
          </a:xfrm>
          <a:prstGeom prst="rect">
            <a:avLst/>
          </a:prstGeom>
          <a:blipFill rotWithShape="0">
            <a:blip r:embed="rId2"/>
            <a:srcRect/>
            <a:tile tx="0" ty="0" sx="99955" sy="99963" algn="bl"/>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74" name="TextBox 20"/>
          <p:cNvSpPr/>
          <p:nvPr/>
        </p:nvSpPr>
        <p:spPr>
          <a:xfrm>
            <a:off x="77400" y="347040"/>
            <a:ext cx="3558240" cy="40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000" b="0" u="none" strike="noStrike" dirty="0">
                <a:solidFill>
                  <a:schemeClr val="lt1"/>
                </a:solidFill>
                <a:effectLst/>
                <a:uFillTx/>
                <a:latin typeface="Aptos"/>
              </a:rPr>
              <a:t>Restrictions of X-bar Chart</a:t>
            </a:r>
            <a:endParaRPr lang="en-CA" sz="2000" b="0" u="none" strike="noStrike" dirty="0">
              <a:solidFill>
                <a:srgbClr val="000000"/>
              </a:solidFill>
              <a:effectLst/>
              <a:uFillTx/>
              <a:latin typeface="Arial"/>
            </a:endParaRPr>
          </a:p>
        </p:txBody>
      </p:sp>
      <p:sp>
        <p:nvSpPr>
          <p:cNvPr id="176" name="TextBox 24"/>
          <p:cNvSpPr/>
          <p:nvPr/>
        </p:nvSpPr>
        <p:spPr>
          <a:xfrm>
            <a:off x="7809840" y="1873080"/>
            <a:ext cx="4200452" cy="1106542"/>
          </a:xfrm>
          <a:prstGeom prst="rect">
            <a:avLst/>
          </a:prstGeom>
          <a:noFill/>
          <a:ln w="31750">
            <a:solidFill>
              <a:srgbClr val="92D050"/>
            </a:solidFill>
            <a:round/>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marL="285840" indent="-285840" defTabSz="914400">
              <a:lnSpc>
                <a:spcPct val="100000"/>
              </a:lnSpc>
              <a:buClr>
                <a:srgbClr val="000000"/>
              </a:buClr>
              <a:buFont typeface="Arial"/>
              <a:buChar char="•"/>
            </a:pPr>
            <a:r>
              <a:rPr lang="en-US" sz="1100" b="0" u="none" strike="noStrike" dirty="0">
                <a:solidFill>
                  <a:schemeClr val="dk1"/>
                </a:solidFill>
                <a:effectLst/>
                <a:uFillTx/>
                <a:latin typeface="Aptos"/>
              </a:rPr>
              <a:t>This project addresses the limitation of fixed control limits in traditional X-bar charts by implementing an adaptive threshold adjustment mechanism. The approach aims to minimize the overall cost associated with false positives (FP) and false negatives (FN), balancing sensitivity and specificity for optimal quality control.</a:t>
            </a:r>
            <a:endParaRPr lang="en-CA" sz="1100" b="0" u="none" strike="noStrike" dirty="0">
              <a:solidFill>
                <a:srgbClr val="000000"/>
              </a:solidFill>
              <a:effectLst/>
              <a:uFillTx/>
              <a:latin typeface="Arial"/>
            </a:endParaRPr>
          </a:p>
        </p:txBody>
      </p:sp>
      <p:sp>
        <p:nvSpPr>
          <p:cNvPr id="177" name="Rectangle 25"/>
          <p:cNvSpPr/>
          <p:nvPr/>
        </p:nvSpPr>
        <p:spPr>
          <a:xfrm>
            <a:off x="7126560" y="1395000"/>
            <a:ext cx="1554120" cy="300240"/>
          </a:xfrm>
          <a:prstGeom prst="rect">
            <a:avLst/>
          </a:prstGeom>
          <a:gradFill rotWithShape="0">
            <a:gsLst>
              <a:gs pos="0">
                <a:srgbClr val="A7D4A0"/>
              </a:gs>
              <a:gs pos="50000">
                <a:srgbClr val="9BCA93"/>
              </a:gs>
              <a:gs pos="100000">
                <a:srgbClr val="8AC57F"/>
              </a:gs>
            </a:gsLst>
            <a:lin ang="5400000"/>
          </a:gradFill>
          <a:ln>
            <a:solidFill>
              <a:srgbClr val="4EA72E"/>
            </a:solidFill>
          </a:ln>
        </p:spPr>
        <p:style>
          <a:lnRef idx="1">
            <a:schemeClr val="accent6"/>
          </a:lnRef>
          <a:fillRef idx="2">
            <a:schemeClr val="accent6"/>
          </a:fillRef>
          <a:effectRef idx="1">
            <a:schemeClr val="accent6"/>
          </a:effectRef>
          <a:fontRef idx="minor"/>
        </p:style>
        <p:txBody>
          <a:bodyPr lIns="90000" tIns="45000" rIns="90000" bIns="45000" anchor="ctr">
            <a:noAutofit/>
          </a:bodyPr>
          <a:lstStyle/>
          <a:p>
            <a:pPr algn="ctr" defTabSz="914400">
              <a:lnSpc>
                <a:spcPct val="100000"/>
              </a:lnSpc>
            </a:pPr>
            <a:r>
              <a:rPr lang="en-US" sz="1800" b="0" u="none" strike="noStrike">
                <a:solidFill>
                  <a:schemeClr val="dk1"/>
                </a:solidFill>
                <a:effectLst/>
                <a:uFillTx/>
                <a:latin typeface="Aptos"/>
              </a:rPr>
              <a:t>Highlight </a:t>
            </a:r>
            <a:endParaRPr lang="en-CA" sz="1800" b="0" u="none" strike="noStrike">
              <a:solidFill>
                <a:srgbClr val="000000"/>
              </a:solidFill>
              <a:effectLst/>
              <a:uFillTx/>
              <a:latin typeface="Arial"/>
            </a:endParaRPr>
          </a:p>
        </p:txBody>
      </p:sp>
      <p:pic>
        <p:nvPicPr>
          <p:cNvPr id="1026" name="Picture 2" descr="Output image">
            <a:extLst>
              <a:ext uri="{FF2B5EF4-FFF2-40B4-BE49-F238E27FC236}">
                <a16:creationId xmlns:a16="http://schemas.microsoft.com/office/drawing/2014/main" id="{8271E39A-5D1A-857C-E290-EF751FF5A6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10015" y="3429000"/>
            <a:ext cx="4800277" cy="238076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B0869B2-B467-005B-4E1A-F2A3BCFBCDA4}"/>
              </a:ext>
            </a:extLst>
          </p:cNvPr>
          <p:cNvSpPr txBox="1"/>
          <p:nvPr/>
        </p:nvSpPr>
        <p:spPr>
          <a:xfrm>
            <a:off x="928400" y="1562274"/>
            <a:ext cx="6128238" cy="707886"/>
          </a:xfrm>
          <a:prstGeom prst="rect">
            <a:avLst/>
          </a:prstGeom>
          <a:noFill/>
        </p:spPr>
        <p:txBody>
          <a:bodyPr wrap="square">
            <a:spAutoFit/>
          </a:bodyPr>
          <a:lstStyle/>
          <a:p>
            <a:pPr>
              <a:buNone/>
            </a:pPr>
            <a:r>
              <a:rPr lang="en-US" sz="1000" b="1" dirty="0"/>
              <a:t>1. Assumes Normal Distribution</a:t>
            </a:r>
          </a:p>
          <a:p>
            <a:pPr lvl="1">
              <a:buFont typeface="Arial" panose="020B0604020202020204" pitchFamily="34" charset="0"/>
              <a:buChar char="•"/>
            </a:pPr>
            <a:r>
              <a:rPr lang="en-US" sz="1000" dirty="0"/>
              <a:t>The X-bar chart </a:t>
            </a:r>
            <a:r>
              <a:rPr lang="en-US" sz="1000" b="1" dirty="0"/>
              <a:t>assumes the underlying process data is normally distributed</a:t>
            </a:r>
            <a:r>
              <a:rPr lang="en-US" sz="1000" dirty="0"/>
              <a:t>.</a:t>
            </a:r>
          </a:p>
          <a:p>
            <a:pPr lvl="1">
              <a:buFont typeface="Arial" panose="020B0604020202020204" pitchFamily="34" charset="0"/>
              <a:buChar char="•"/>
            </a:pPr>
            <a:r>
              <a:rPr lang="en-US" sz="1000" dirty="0"/>
              <a:t>In practice, many industrial processes have </a:t>
            </a:r>
            <a:r>
              <a:rPr lang="en-US" sz="1000" b="1" dirty="0"/>
              <a:t>non-normal or skewed distributions</a:t>
            </a:r>
            <a:r>
              <a:rPr lang="en-US" sz="1000" dirty="0"/>
              <a:t>, which can lead to incorrect conclusions.</a:t>
            </a:r>
          </a:p>
        </p:txBody>
      </p:sp>
      <p:sp>
        <p:nvSpPr>
          <p:cNvPr id="9" name="TextBox 8">
            <a:extLst>
              <a:ext uri="{FF2B5EF4-FFF2-40B4-BE49-F238E27FC236}">
                <a16:creationId xmlns:a16="http://schemas.microsoft.com/office/drawing/2014/main" id="{2F529494-0302-0337-113B-78F48E094C8F}"/>
              </a:ext>
            </a:extLst>
          </p:cNvPr>
          <p:cNvSpPr txBox="1"/>
          <p:nvPr/>
        </p:nvSpPr>
        <p:spPr>
          <a:xfrm>
            <a:off x="928400" y="2568081"/>
            <a:ext cx="6128238" cy="553998"/>
          </a:xfrm>
          <a:prstGeom prst="rect">
            <a:avLst/>
          </a:prstGeom>
          <a:noFill/>
        </p:spPr>
        <p:txBody>
          <a:bodyPr wrap="square">
            <a:spAutoFit/>
          </a:bodyPr>
          <a:lstStyle/>
          <a:p>
            <a:pPr>
              <a:buNone/>
            </a:pPr>
            <a:r>
              <a:rPr lang="en-US" sz="1000" b="1" dirty="0">
                <a:solidFill>
                  <a:srgbClr val="00B050"/>
                </a:solidFill>
              </a:rPr>
              <a:t>2. Fixed Control Limits</a:t>
            </a:r>
          </a:p>
          <a:p>
            <a:pPr lvl="1">
              <a:buFont typeface="Arial" panose="020B0604020202020204" pitchFamily="34" charset="0"/>
              <a:buChar char="•"/>
            </a:pPr>
            <a:r>
              <a:rPr lang="en-US" sz="1000" dirty="0">
                <a:solidFill>
                  <a:srgbClr val="00B050"/>
                </a:solidFill>
              </a:rPr>
              <a:t>Traditional X-bar charts use </a:t>
            </a:r>
            <a:r>
              <a:rPr lang="en-US" sz="1000" b="1" dirty="0">
                <a:solidFill>
                  <a:srgbClr val="00B050"/>
                </a:solidFill>
              </a:rPr>
              <a:t>fixed 3σ limits</a:t>
            </a:r>
            <a:r>
              <a:rPr lang="en-US" sz="1000" dirty="0">
                <a:solidFill>
                  <a:srgbClr val="00B050"/>
                </a:solidFill>
              </a:rPr>
              <a:t>, regardless of </a:t>
            </a:r>
            <a:r>
              <a:rPr lang="en-US" sz="1000" b="1" dirty="0">
                <a:solidFill>
                  <a:srgbClr val="00B050"/>
                </a:solidFill>
              </a:rPr>
              <a:t>cost implications</a:t>
            </a:r>
            <a:r>
              <a:rPr lang="en-US" sz="1000" dirty="0">
                <a:solidFill>
                  <a:srgbClr val="00B050"/>
                </a:solidFill>
              </a:rPr>
              <a:t> or </a:t>
            </a:r>
            <a:r>
              <a:rPr lang="en-US" sz="1000" b="1" dirty="0">
                <a:solidFill>
                  <a:srgbClr val="00B050"/>
                </a:solidFill>
              </a:rPr>
              <a:t>risk tolerance</a:t>
            </a:r>
            <a:r>
              <a:rPr lang="en-US" sz="1000" dirty="0">
                <a:solidFill>
                  <a:srgbClr val="00B050"/>
                </a:solidFill>
              </a:rPr>
              <a:t>.</a:t>
            </a:r>
          </a:p>
          <a:p>
            <a:pPr lvl="1">
              <a:buFont typeface="Arial" panose="020B0604020202020204" pitchFamily="34" charset="0"/>
              <a:buChar char="•"/>
            </a:pPr>
            <a:r>
              <a:rPr lang="en-US" sz="1000" dirty="0">
                <a:solidFill>
                  <a:srgbClr val="00B050"/>
                </a:solidFill>
              </a:rPr>
              <a:t>This can result in:</a:t>
            </a:r>
          </a:p>
        </p:txBody>
      </p:sp>
      <p:sp>
        <p:nvSpPr>
          <p:cNvPr id="11" name="TextBox 10">
            <a:extLst>
              <a:ext uri="{FF2B5EF4-FFF2-40B4-BE49-F238E27FC236}">
                <a16:creationId xmlns:a16="http://schemas.microsoft.com/office/drawing/2014/main" id="{D8374E82-25CA-6E9B-E59C-BD7FC282077E}"/>
              </a:ext>
            </a:extLst>
          </p:cNvPr>
          <p:cNvSpPr txBox="1"/>
          <p:nvPr/>
        </p:nvSpPr>
        <p:spPr>
          <a:xfrm>
            <a:off x="928400" y="3380527"/>
            <a:ext cx="6128238" cy="769441"/>
          </a:xfrm>
          <a:prstGeom prst="rect">
            <a:avLst/>
          </a:prstGeom>
          <a:noFill/>
        </p:spPr>
        <p:txBody>
          <a:bodyPr wrap="square">
            <a:spAutoFit/>
          </a:bodyPr>
          <a:lstStyle/>
          <a:p>
            <a:pPr>
              <a:buNone/>
            </a:pPr>
            <a:r>
              <a:rPr lang="en-US" sz="1100" b="1" dirty="0"/>
              <a:t>3. Insensitive to Small Shifts</a:t>
            </a:r>
          </a:p>
          <a:p>
            <a:pPr lvl="1">
              <a:buFont typeface="Arial" panose="020B0604020202020204" pitchFamily="34" charset="0"/>
              <a:buChar char="•"/>
            </a:pPr>
            <a:r>
              <a:rPr lang="en-US" sz="1100" dirty="0"/>
              <a:t>The chart is </a:t>
            </a:r>
            <a:r>
              <a:rPr lang="en-US" sz="1100" b="1" dirty="0"/>
              <a:t>not sensitive to small shifts</a:t>
            </a:r>
            <a:r>
              <a:rPr lang="en-US" sz="1100" dirty="0"/>
              <a:t> in the process mean (typically &lt;1.5σ).</a:t>
            </a:r>
          </a:p>
          <a:p>
            <a:pPr lvl="1">
              <a:buFont typeface="Arial" panose="020B0604020202020204" pitchFamily="34" charset="0"/>
              <a:buChar char="•"/>
            </a:pPr>
            <a:r>
              <a:rPr lang="en-US" sz="1100" dirty="0"/>
              <a:t>This makes it </a:t>
            </a:r>
            <a:r>
              <a:rPr lang="en-US" sz="1100" b="1" dirty="0"/>
              <a:t>slow to detect early-stage problems</a:t>
            </a:r>
            <a:r>
              <a:rPr lang="en-US" sz="1100" dirty="0"/>
              <a:t>, especially when quality deteriorates gradually.</a:t>
            </a:r>
          </a:p>
        </p:txBody>
      </p:sp>
      <p:sp>
        <p:nvSpPr>
          <p:cNvPr id="13" name="TextBox 12">
            <a:extLst>
              <a:ext uri="{FF2B5EF4-FFF2-40B4-BE49-F238E27FC236}">
                <a16:creationId xmlns:a16="http://schemas.microsoft.com/office/drawing/2014/main" id="{8275ED57-260F-2B34-1551-BCF800B5C1D5}"/>
              </a:ext>
            </a:extLst>
          </p:cNvPr>
          <p:cNvSpPr txBox="1"/>
          <p:nvPr/>
        </p:nvSpPr>
        <p:spPr>
          <a:xfrm>
            <a:off x="928400" y="4570908"/>
            <a:ext cx="6128238" cy="707886"/>
          </a:xfrm>
          <a:prstGeom prst="rect">
            <a:avLst/>
          </a:prstGeom>
          <a:noFill/>
        </p:spPr>
        <p:txBody>
          <a:bodyPr wrap="square">
            <a:spAutoFit/>
          </a:bodyPr>
          <a:lstStyle/>
          <a:p>
            <a:pPr>
              <a:buNone/>
            </a:pPr>
            <a:r>
              <a:rPr lang="en-US" sz="1000" b="1" dirty="0">
                <a:solidFill>
                  <a:srgbClr val="00B050"/>
                </a:solidFill>
              </a:rPr>
              <a:t>4. Does Not Account for Economic Costs</a:t>
            </a:r>
          </a:p>
          <a:p>
            <a:pPr lvl="1">
              <a:buFont typeface="Arial" panose="020B0604020202020204" pitchFamily="34" charset="0"/>
              <a:buChar char="•"/>
            </a:pPr>
            <a:r>
              <a:rPr lang="en-US" sz="1000" dirty="0">
                <a:solidFill>
                  <a:srgbClr val="00B050"/>
                </a:solidFill>
              </a:rPr>
              <a:t>The chart does not consider </a:t>
            </a:r>
            <a:r>
              <a:rPr lang="en-US" sz="1000" b="1" dirty="0">
                <a:solidFill>
                  <a:srgbClr val="00B050"/>
                </a:solidFill>
              </a:rPr>
              <a:t>the cost of false positives (FP) vs false negatives (FN)</a:t>
            </a:r>
            <a:r>
              <a:rPr lang="en-US" sz="1000" dirty="0">
                <a:solidFill>
                  <a:srgbClr val="00B050"/>
                </a:solidFill>
              </a:rPr>
              <a:t>.</a:t>
            </a:r>
          </a:p>
          <a:p>
            <a:pPr lvl="1">
              <a:buFont typeface="Arial" panose="020B0604020202020204" pitchFamily="34" charset="0"/>
              <a:buChar char="•"/>
            </a:pPr>
            <a:r>
              <a:rPr lang="en-US" sz="1000" dirty="0">
                <a:solidFill>
                  <a:srgbClr val="00B050"/>
                </a:solidFill>
              </a:rPr>
              <a:t>In cost-sensitive environments, such as semiconductor or pharmaceutical industries, this can lead to </a:t>
            </a:r>
            <a:r>
              <a:rPr lang="en-US" sz="1000" b="1" dirty="0">
                <a:solidFill>
                  <a:srgbClr val="00B050"/>
                </a:solidFill>
              </a:rPr>
              <a:t>inefficient decision-making</a:t>
            </a:r>
            <a:r>
              <a:rPr lang="en-US" sz="1000" dirty="0">
                <a:solidFill>
                  <a:srgbClr val="00B050"/>
                </a:solidFill>
              </a:rPr>
              <a:t>.</a:t>
            </a:r>
          </a:p>
        </p:txBody>
      </p:sp>
      <p:sp>
        <p:nvSpPr>
          <p:cNvPr id="3" name="Arrow: Pentagon 2">
            <a:extLst>
              <a:ext uri="{FF2B5EF4-FFF2-40B4-BE49-F238E27FC236}">
                <a16:creationId xmlns:a16="http://schemas.microsoft.com/office/drawing/2014/main" id="{AFE8314B-0F1D-E2A1-0BA8-C0E7E28ABE38}"/>
              </a:ext>
            </a:extLst>
          </p:cNvPr>
          <p:cNvSpPr/>
          <p:nvPr/>
        </p:nvSpPr>
        <p:spPr>
          <a:xfrm rot="5400000">
            <a:off x="-1255025" y="3283285"/>
            <a:ext cx="3844901" cy="368571"/>
          </a:xfrm>
          <a:prstGeom prst="homePlate">
            <a:avLst/>
          </a:prstGeom>
          <a:gradFill flip="none" rotWithShape="1">
            <a:gsLst>
              <a:gs pos="0">
                <a:schemeClr val="accent4">
                  <a:lumMod val="5000"/>
                  <a:lumOff val="95000"/>
                </a:schemeClr>
              </a:gs>
              <a:gs pos="100000">
                <a:schemeClr val="accent4">
                  <a:lumMod val="45000"/>
                  <a:lumOff val="55000"/>
                </a:schemeClr>
              </a:gs>
              <a:gs pos="83000">
                <a:schemeClr val="accent4">
                  <a:lumMod val="45000"/>
                  <a:lumOff val="55000"/>
                </a:schemeClr>
              </a:gs>
              <a:gs pos="100000">
                <a:schemeClr val="accent4">
                  <a:lumMod val="30000"/>
                  <a:lumOff val="70000"/>
                </a:schemeClr>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Rectangle 6"/>
          <p:cNvSpPr/>
          <p:nvPr/>
        </p:nvSpPr>
        <p:spPr>
          <a:xfrm>
            <a:off x="0" y="255600"/>
            <a:ext cx="12190680" cy="564480"/>
          </a:xfrm>
          <a:prstGeom prst="rect">
            <a:avLst/>
          </a:prstGeom>
          <a:blipFill rotWithShape="0">
            <a:blip r:embed="rId2"/>
            <a:srcRect/>
            <a:tile tx="0" ty="0" sx="99955" sy="99963" algn="bl"/>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79" name="TextBox 20"/>
          <p:cNvSpPr/>
          <p:nvPr/>
        </p:nvSpPr>
        <p:spPr>
          <a:xfrm>
            <a:off x="77400" y="347040"/>
            <a:ext cx="7368120" cy="39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000" b="0" u="none" strike="noStrike">
                <a:solidFill>
                  <a:schemeClr val="lt1"/>
                </a:solidFill>
                <a:effectLst/>
                <a:uFillTx/>
                <a:latin typeface="Aptos"/>
              </a:rPr>
              <a:t>False positives (FP) and False negatives (FN)</a:t>
            </a:r>
            <a:endParaRPr lang="en-CA" sz="2000" b="0" u="none" strike="noStrike">
              <a:solidFill>
                <a:srgbClr val="000000"/>
              </a:solidFill>
              <a:effectLst/>
              <a:uFillTx/>
              <a:latin typeface="Arial"/>
            </a:endParaRPr>
          </a:p>
        </p:txBody>
      </p:sp>
      <p:graphicFrame>
        <p:nvGraphicFramePr>
          <p:cNvPr id="180" name="Table 2"/>
          <p:cNvGraphicFramePr/>
          <p:nvPr/>
        </p:nvGraphicFramePr>
        <p:xfrm>
          <a:off x="688320" y="4587840"/>
          <a:ext cx="8711280" cy="1817280"/>
        </p:xfrm>
        <a:graphic>
          <a:graphicData uri="http://schemas.openxmlformats.org/drawingml/2006/table">
            <a:tbl>
              <a:tblPr/>
              <a:tblGrid>
                <a:gridCol w="1176480">
                  <a:extLst>
                    <a:ext uri="{9D8B030D-6E8A-4147-A177-3AD203B41FA5}">
                      <a16:colId xmlns:a16="http://schemas.microsoft.com/office/drawing/2014/main" val="20000"/>
                    </a:ext>
                  </a:extLst>
                </a:gridCol>
                <a:gridCol w="3409200">
                  <a:extLst>
                    <a:ext uri="{9D8B030D-6E8A-4147-A177-3AD203B41FA5}">
                      <a16:colId xmlns:a16="http://schemas.microsoft.com/office/drawing/2014/main" val="20001"/>
                    </a:ext>
                  </a:extLst>
                </a:gridCol>
                <a:gridCol w="2297520">
                  <a:extLst>
                    <a:ext uri="{9D8B030D-6E8A-4147-A177-3AD203B41FA5}">
                      <a16:colId xmlns:a16="http://schemas.microsoft.com/office/drawing/2014/main" val="20002"/>
                    </a:ext>
                  </a:extLst>
                </a:gridCol>
                <a:gridCol w="1828080">
                  <a:extLst>
                    <a:ext uri="{9D8B030D-6E8A-4147-A177-3AD203B41FA5}">
                      <a16:colId xmlns:a16="http://schemas.microsoft.com/office/drawing/2014/main" val="20003"/>
                    </a:ext>
                  </a:extLst>
                </a:gridCol>
              </a:tblGrid>
              <a:tr h="190440">
                <a:tc>
                  <a:txBody>
                    <a:bodyPr/>
                    <a:lstStyle/>
                    <a:p>
                      <a:pPr algn="ctr" defTabSz="914400">
                        <a:lnSpc>
                          <a:spcPct val="100000"/>
                        </a:lnSpc>
                      </a:pPr>
                      <a:r>
                        <a:rPr lang="en-US" sz="1100" b="1" u="none" strike="noStrike" dirty="0">
                          <a:solidFill>
                            <a:srgbClr val="000000"/>
                          </a:solidFill>
                          <a:effectLst/>
                          <a:uFillTx/>
                          <a:latin typeface="Aptos Narrow"/>
                        </a:rPr>
                        <a:t>Term</a:t>
                      </a:r>
                      <a:endParaRPr lang="en-CA" sz="1100" b="0" u="none" strike="noStrike" dirty="0">
                        <a:solidFill>
                          <a:srgbClr val="000000"/>
                        </a:solidFill>
                        <a:effectLst/>
                        <a:uFillTx/>
                        <a:latin typeface="Arial"/>
                      </a:endParaRPr>
                    </a:p>
                  </a:txBody>
                  <a:tcPr marL="9360" marR="93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100" b="1" u="none" strike="noStrike">
                          <a:solidFill>
                            <a:srgbClr val="000000"/>
                          </a:solidFill>
                          <a:effectLst/>
                          <a:uFillTx/>
                          <a:latin typeface="Aptos Narrow"/>
                        </a:rPr>
                        <a:t>Meaning</a:t>
                      </a:r>
                      <a:endParaRPr lang="en-CA" sz="1100" b="0" u="none" strike="noStrike">
                        <a:solidFill>
                          <a:srgbClr val="000000"/>
                        </a:solidFill>
                        <a:effectLst/>
                        <a:uFillTx/>
                        <a:latin typeface="Arial"/>
                      </a:endParaRPr>
                    </a:p>
                  </a:txBody>
                  <a:tcPr marL="9360" marR="93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100" b="1" u="none" strike="noStrike">
                          <a:solidFill>
                            <a:srgbClr val="000000"/>
                          </a:solidFill>
                          <a:effectLst/>
                          <a:uFillTx/>
                          <a:latin typeface="Aptos Narrow"/>
                        </a:rPr>
                        <a:t>Example in SPC/Manufacturing</a:t>
                      </a:r>
                      <a:endParaRPr lang="en-CA" sz="1100" b="0" u="none" strike="noStrike">
                        <a:solidFill>
                          <a:srgbClr val="000000"/>
                        </a:solidFill>
                        <a:effectLst/>
                        <a:uFillTx/>
                        <a:latin typeface="Arial"/>
                      </a:endParaRPr>
                    </a:p>
                  </a:txBody>
                  <a:tcPr marL="9360" marR="93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100" b="1" u="none" strike="noStrike">
                          <a:solidFill>
                            <a:srgbClr val="000000"/>
                          </a:solidFill>
                          <a:effectLst/>
                          <a:uFillTx/>
                          <a:latin typeface="Aptos Narrow"/>
                        </a:rPr>
                        <a:t>Consequence</a:t>
                      </a:r>
                      <a:endParaRPr lang="en-CA" sz="1100" b="0" u="none" strike="noStrike">
                        <a:solidFill>
                          <a:srgbClr val="000000"/>
                        </a:solidFill>
                        <a:effectLst/>
                        <a:uFillTx/>
                        <a:latin typeface="Arial"/>
                      </a:endParaRPr>
                    </a:p>
                  </a:txBody>
                  <a:tcPr marL="9360" marR="93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0"/>
                  </a:ext>
                </a:extLst>
              </a:tr>
              <a:tr h="685800">
                <a:tc>
                  <a:txBody>
                    <a:bodyPr/>
                    <a:lstStyle/>
                    <a:p>
                      <a:pPr algn="ctr" defTabSz="914400">
                        <a:lnSpc>
                          <a:spcPct val="100000"/>
                        </a:lnSpc>
                      </a:pPr>
                      <a:r>
                        <a:rPr lang="en-US" sz="1000" b="1" u="none" strike="noStrike">
                          <a:solidFill>
                            <a:srgbClr val="000000"/>
                          </a:solidFill>
                          <a:effectLst/>
                          <a:uFillTx/>
                          <a:latin typeface="Aptos Narrow"/>
                        </a:rPr>
                        <a:t>False Positive (FP)</a:t>
                      </a:r>
                      <a:endParaRPr lang="en-CA" sz="1000" b="0" u="none" strike="noStrike">
                        <a:solidFill>
                          <a:srgbClr val="000000"/>
                        </a:solidFill>
                        <a:effectLst/>
                        <a:uFillTx/>
                        <a:latin typeface="Arial"/>
                      </a:endParaRPr>
                    </a:p>
                  </a:txBody>
                  <a:tcPr marL="9360" marR="93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1" u="none" strike="noStrike">
                          <a:solidFill>
                            <a:srgbClr val="000000"/>
                          </a:solidFill>
                          <a:effectLst/>
                          <a:uFillTx/>
                          <a:latin typeface="Aptos Narrow"/>
                        </a:rPr>
                        <a:t>A case where the system incorrectly signals a problem (alarm) when the process is actually running normally.</a:t>
                      </a:r>
                      <a:endParaRPr lang="en-CA" sz="1000" b="0" u="none" strike="noStrike">
                        <a:solidFill>
                          <a:srgbClr val="000000"/>
                        </a:solidFill>
                        <a:effectLst/>
                        <a:uFillTx/>
                        <a:latin typeface="Arial"/>
                      </a:endParaRPr>
                    </a:p>
                  </a:txBody>
                  <a:tcPr marL="9360" marR="93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1" u="none" strike="noStrike">
                          <a:solidFill>
                            <a:srgbClr val="000000"/>
                          </a:solidFill>
                          <a:effectLst/>
                          <a:uFillTx/>
                          <a:latin typeface="Aptos Narrow"/>
                        </a:rPr>
                        <a:t>The X-bar chart shows a point outside the control limit even though the process is healthy and no real defect exists.</a:t>
                      </a:r>
                      <a:endParaRPr lang="en-CA" sz="1000" b="0" u="none" strike="noStrike">
                        <a:solidFill>
                          <a:srgbClr val="000000"/>
                        </a:solidFill>
                        <a:effectLst/>
                        <a:uFillTx/>
                        <a:latin typeface="Arial"/>
                      </a:endParaRPr>
                    </a:p>
                  </a:txBody>
                  <a:tcPr marL="9360" marR="93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1" u="none" strike="noStrike">
                          <a:solidFill>
                            <a:srgbClr val="000000"/>
                          </a:solidFill>
                          <a:effectLst/>
                          <a:uFillTx/>
                          <a:latin typeface="Aptos Narrow"/>
                        </a:rPr>
                        <a:t>Wastes time and resources: unnecessary investigations, inspections, machine stops, or scrap.</a:t>
                      </a:r>
                      <a:endParaRPr lang="en-CA" sz="1000" b="0" u="none" strike="noStrike">
                        <a:solidFill>
                          <a:srgbClr val="000000"/>
                        </a:solidFill>
                        <a:effectLst/>
                        <a:uFillTx/>
                        <a:latin typeface="Arial"/>
                      </a:endParaRPr>
                    </a:p>
                  </a:txBody>
                  <a:tcPr marL="9360" marR="93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857160">
                <a:tc>
                  <a:txBody>
                    <a:bodyPr/>
                    <a:lstStyle/>
                    <a:p>
                      <a:pPr algn="ctr" defTabSz="914400">
                        <a:lnSpc>
                          <a:spcPct val="100000"/>
                        </a:lnSpc>
                      </a:pPr>
                      <a:r>
                        <a:rPr lang="en-US" sz="1000" b="1" u="none" strike="noStrike">
                          <a:solidFill>
                            <a:srgbClr val="000000"/>
                          </a:solidFill>
                          <a:effectLst/>
                          <a:uFillTx/>
                          <a:latin typeface="Aptos Narrow"/>
                        </a:rPr>
                        <a:t>False Negative (FN)</a:t>
                      </a:r>
                      <a:endParaRPr lang="en-CA" sz="1000" b="0" u="none" strike="noStrike">
                        <a:solidFill>
                          <a:srgbClr val="000000"/>
                        </a:solidFill>
                        <a:effectLst/>
                        <a:uFillTx/>
                        <a:latin typeface="Arial"/>
                      </a:endParaRPr>
                    </a:p>
                  </a:txBody>
                  <a:tcPr marL="9360" marR="93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1" u="none" strike="noStrike" dirty="0">
                          <a:solidFill>
                            <a:srgbClr val="000000"/>
                          </a:solidFill>
                          <a:effectLst/>
                          <a:uFillTx/>
                          <a:latin typeface="Aptos Narrow"/>
                        </a:rPr>
                        <a:t>A case where the system fails to detect an actual problem (missed detection).</a:t>
                      </a:r>
                      <a:endParaRPr lang="en-CA" sz="1000" b="0" u="none" strike="noStrike" dirty="0">
                        <a:solidFill>
                          <a:srgbClr val="000000"/>
                        </a:solidFill>
                        <a:effectLst/>
                        <a:uFillTx/>
                        <a:latin typeface="Arial"/>
                      </a:endParaRPr>
                    </a:p>
                  </a:txBody>
                  <a:tcPr marL="9360" marR="93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1" u="none" strike="noStrike">
                          <a:solidFill>
                            <a:srgbClr val="000000"/>
                          </a:solidFill>
                          <a:effectLst/>
                          <a:uFillTx/>
                          <a:latin typeface="Aptos Narrow"/>
                        </a:rPr>
                        <a:t>A real shift or defect occurs in the process, but the X-bar chart does not raise any alarm because the data point still falls within control limits.</a:t>
                      </a:r>
                      <a:endParaRPr lang="en-CA" sz="1000" b="0" u="none" strike="noStrike">
                        <a:solidFill>
                          <a:srgbClr val="000000"/>
                        </a:solidFill>
                        <a:effectLst/>
                        <a:uFillTx/>
                        <a:latin typeface="Arial"/>
                      </a:endParaRPr>
                    </a:p>
                  </a:txBody>
                  <a:tcPr marL="9360" marR="93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1" u="none" strike="noStrike" dirty="0">
                          <a:solidFill>
                            <a:srgbClr val="000000"/>
                          </a:solidFill>
                          <a:effectLst/>
                          <a:uFillTx/>
                          <a:latin typeface="Aptos Narrow"/>
                        </a:rPr>
                        <a:t>Serious: defective products may continue to be produced and shipped to customers, causing quality escapes, recalls, and reputation damage.</a:t>
                      </a:r>
                      <a:endParaRPr lang="en-CA" sz="1000" b="0" u="none" strike="noStrike" dirty="0">
                        <a:solidFill>
                          <a:srgbClr val="000000"/>
                        </a:solidFill>
                        <a:effectLst/>
                        <a:uFillTx/>
                        <a:latin typeface="Arial"/>
                      </a:endParaRPr>
                    </a:p>
                  </a:txBody>
                  <a:tcPr marL="9360" marR="936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2"/>
                  </a:ext>
                </a:extLst>
              </a:tr>
            </a:tbl>
          </a:graphicData>
        </a:graphic>
      </p:graphicFrame>
      <p:pic>
        <p:nvPicPr>
          <p:cNvPr id="181" name="Picture 4"/>
          <p:cNvPicPr/>
          <p:nvPr/>
        </p:nvPicPr>
        <p:blipFill>
          <a:blip r:embed="rId3"/>
          <a:stretch/>
        </p:blipFill>
        <p:spPr>
          <a:xfrm>
            <a:off x="396000" y="912960"/>
            <a:ext cx="7049880" cy="3504240"/>
          </a:xfrm>
          <a:prstGeom prst="rect">
            <a:avLst/>
          </a:prstGeom>
          <a:noFill/>
          <a:ln w="0">
            <a:noFill/>
          </a:ln>
        </p:spPr>
      </p:pic>
      <p:sp>
        <p:nvSpPr>
          <p:cNvPr id="182" name="TextBox 9"/>
          <p:cNvSpPr/>
          <p:nvPr/>
        </p:nvSpPr>
        <p:spPr>
          <a:xfrm>
            <a:off x="8378280" y="1717200"/>
            <a:ext cx="2428560" cy="263160"/>
          </a:xfrm>
          <a:prstGeom prst="rect">
            <a:avLst/>
          </a:prstGeom>
          <a:noFill/>
          <a:ln w="31750">
            <a:solidFill>
              <a:srgbClr val="92D050"/>
            </a:solidFill>
            <a:round/>
          </a:ln>
        </p:spPr>
        <p:style>
          <a:lnRef idx="0">
            <a:scrgbClr r="0" g="0" b="0"/>
          </a:lnRef>
          <a:fillRef idx="0">
            <a:scrgbClr r="0" g="0" b="0"/>
          </a:fillRef>
          <a:effectRef idx="0">
            <a:scrgbClr r="0" g="0" b="0"/>
          </a:effectRef>
          <a:fontRef idx="minor"/>
        </p:style>
        <p:txBody>
          <a:bodyPr lIns="90000" tIns="45000" rIns="90000" bIns="45000" anchor="t">
            <a:spAutoFit/>
          </a:bodyPr>
          <a:lstStyle/>
          <a:p>
            <a:pPr marL="171360" indent="-171360" algn="ctr" defTabSz="914400">
              <a:lnSpc>
                <a:spcPct val="100000"/>
              </a:lnSpc>
              <a:buClr>
                <a:srgbClr val="000000"/>
              </a:buClr>
              <a:buFont typeface="Arial"/>
              <a:buChar char="•"/>
            </a:pPr>
            <a:r>
              <a:rPr lang="en-US" sz="1100" b="0" u="none" strike="noStrike">
                <a:solidFill>
                  <a:schemeClr val="dk1"/>
                </a:solidFill>
                <a:effectLst/>
                <a:uFillTx/>
                <a:latin typeface="Aptos"/>
              </a:rPr>
              <a:t>Both FP and FN have a cost to fix  </a:t>
            </a:r>
            <a:endParaRPr lang="en-CA" sz="1100" b="0" u="none" strike="noStrike">
              <a:solidFill>
                <a:srgbClr val="000000"/>
              </a:solidFill>
              <a:effectLst/>
              <a:uFillTx/>
              <a:latin typeface="Arial"/>
            </a:endParaRPr>
          </a:p>
        </p:txBody>
      </p:sp>
      <p:sp>
        <p:nvSpPr>
          <p:cNvPr id="183" name="Rectangle 10"/>
          <p:cNvSpPr/>
          <p:nvPr/>
        </p:nvSpPr>
        <p:spPr>
          <a:xfrm>
            <a:off x="7818480" y="1246320"/>
            <a:ext cx="1580400" cy="300240"/>
          </a:xfrm>
          <a:prstGeom prst="rect">
            <a:avLst/>
          </a:prstGeom>
          <a:gradFill rotWithShape="0">
            <a:gsLst>
              <a:gs pos="0">
                <a:srgbClr val="A7D4A0"/>
              </a:gs>
              <a:gs pos="50000">
                <a:srgbClr val="9BCA93"/>
              </a:gs>
              <a:gs pos="100000">
                <a:srgbClr val="8AC57F"/>
              </a:gs>
            </a:gsLst>
            <a:lin ang="5400000"/>
          </a:gradFill>
          <a:ln>
            <a:solidFill>
              <a:srgbClr val="4EA72E"/>
            </a:solidFill>
          </a:ln>
        </p:spPr>
        <p:style>
          <a:lnRef idx="1">
            <a:schemeClr val="accent6"/>
          </a:lnRef>
          <a:fillRef idx="2">
            <a:schemeClr val="accent6"/>
          </a:fillRef>
          <a:effectRef idx="1">
            <a:schemeClr val="accent6"/>
          </a:effectRef>
          <a:fontRef idx="minor"/>
        </p:style>
        <p:txBody>
          <a:bodyPr lIns="90000" tIns="45000" rIns="90000" bIns="45000" anchor="ctr">
            <a:noAutofit/>
          </a:bodyPr>
          <a:lstStyle/>
          <a:p>
            <a:pPr algn="ctr" defTabSz="914400">
              <a:lnSpc>
                <a:spcPct val="100000"/>
              </a:lnSpc>
            </a:pPr>
            <a:r>
              <a:rPr lang="en-US" sz="1800" b="0" u="none" strike="noStrike">
                <a:solidFill>
                  <a:schemeClr val="dk1"/>
                </a:solidFill>
                <a:effectLst/>
                <a:uFillTx/>
                <a:latin typeface="Aptos"/>
              </a:rPr>
              <a:t>Highlight </a:t>
            </a:r>
            <a:endParaRPr lang="en-CA" sz="18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A1AA5-39AC-8F87-498A-AD36E9B19EF0}"/>
            </a:ext>
          </a:extLst>
        </p:cNvPr>
        <p:cNvGrpSpPr/>
        <p:nvPr/>
      </p:nvGrpSpPr>
      <p:grpSpPr>
        <a:xfrm>
          <a:off x="0" y="0"/>
          <a:ext cx="0" cy="0"/>
          <a:chOff x="0" y="0"/>
          <a:chExt cx="0" cy="0"/>
        </a:xfrm>
      </p:grpSpPr>
      <p:sp>
        <p:nvSpPr>
          <p:cNvPr id="173" name="Rectangle 6">
            <a:extLst>
              <a:ext uri="{FF2B5EF4-FFF2-40B4-BE49-F238E27FC236}">
                <a16:creationId xmlns:a16="http://schemas.microsoft.com/office/drawing/2014/main" id="{F8081348-8A81-E628-E8A8-DC4B9B6553D1}"/>
              </a:ext>
            </a:extLst>
          </p:cNvPr>
          <p:cNvSpPr/>
          <p:nvPr/>
        </p:nvSpPr>
        <p:spPr>
          <a:xfrm>
            <a:off x="0" y="255600"/>
            <a:ext cx="12190680" cy="564480"/>
          </a:xfrm>
          <a:prstGeom prst="rect">
            <a:avLst/>
          </a:prstGeom>
          <a:blipFill rotWithShape="0">
            <a:blip r:embed="rId2"/>
            <a:srcRect/>
            <a:tile tx="0" ty="0" sx="99955" sy="99963" algn="bl"/>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74" name="TextBox 20">
            <a:extLst>
              <a:ext uri="{FF2B5EF4-FFF2-40B4-BE49-F238E27FC236}">
                <a16:creationId xmlns:a16="http://schemas.microsoft.com/office/drawing/2014/main" id="{A8C8BFE1-2402-F46D-4F66-2937FD272C15}"/>
              </a:ext>
            </a:extLst>
          </p:cNvPr>
          <p:cNvSpPr/>
          <p:nvPr/>
        </p:nvSpPr>
        <p:spPr>
          <a:xfrm>
            <a:off x="77400" y="347040"/>
            <a:ext cx="3558240" cy="40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000" b="0" u="none" strike="noStrike" dirty="0">
                <a:solidFill>
                  <a:schemeClr val="lt1"/>
                </a:solidFill>
                <a:effectLst/>
                <a:uFillTx/>
                <a:latin typeface="Aptos"/>
              </a:rPr>
              <a:t>Data Set and Annotation</a:t>
            </a:r>
          </a:p>
        </p:txBody>
      </p:sp>
      <p:sp>
        <p:nvSpPr>
          <p:cNvPr id="3" name="TextBox 2">
            <a:extLst>
              <a:ext uri="{FF2B5EF4-FFF2-40B4-BE49-F238E27FC236}">
                <a16:creationId xmlns:a16="http://schemas.microsoft.com/office/drawing/2014/main" id="{ABAB9CA6-13DA-8CD3-3ECF-7D0DDDD74534}"/>
              </a:ext>
            </a:extLst>
          </p:cNvPr>
          <p:cNvSpPr txBox="1"/>
          <p:nvPr/>
        </p:nvSpPr>
        <p:spPr>
          <a:xfrm>
            <a:off x="175867" y="1646716"/>
            <a:ext cx="11535487" cy="584775"/>
          </a:xfrm>
          <a:prstGeom prst="rect">
            <a:avLst/>
          </a:prstGeom>
          <a:noFill/>
        </p:spPr>
        <p:txBody>
          <a:bodyPr wrap="square">
            <a:spAutoFit/>
          </a:bodyPr>
          <a:lstStyle/>
          <a:p>
            <a:r>
              <a:rPr lang="en-US" dirty="0"/>
              <a:t>	</a:t>
            </a:r>
            <a:r>
              <a:rPr lang="en-US" sz="1400" dirty="0"/>
              <a:t>The investigation utilizes 1 000 consecutive subgroups sourced from a wafer-test line manufacturing analogue integrated circuits. Expert process engineers used failure-analysis reports and tool-state logs to label 29 subgroups (2.9 %) as anomalous.</a:t>
            </a:r>
            <a:endParaRPr lang="en-US" dirty="0"/>
          </a:p>
        </p:txBody>
      </p:sp>
      <p:sp>
        <p:nvSpPr>
          <p:cNvPr id="5" name="TextBox 4">
            <a:extLst>
              <a:ext uri="{FF2B5EF4-FFF2-40B4-BE49-F238E27FC236}">
                <a16:creationId xmlns:a16="http://schemas.microsoft.com/office/drawing/2014/main" id="{840B002C-8FB0-2448-5BC6-5EF473814A71}"/>
              </a:ext>
            </a:extLst>
          </p:cNvPr>
          <p:cNvSpPr txBox="1"/>
          <p:nvPr/>
        </p:nvSpPr>
        <p:spPr>
          <a:xfrm>
            <a:off x="175867" y="3561562"/>
            <a:ext cx="4624733" cy="1754326"/>
          </a:xfrm>
          <a:prstGeom prst="rect">
            <a:avLst/>
          </a:prstGeom>
          <a:noFill/>
        </p:spPr>
        <p:txBody>
          <a:bodyPr wrap="square">
            <a:spAutoFit/>
          </a:bodyPr>
          <a:lstStyle/>
          <a:p>
            <a:r>
              <a:rPr lang="en-US" dirty="0"/>
              <a:t>Features  </a:t>
            </a:r>
          </a:p>
          <a:p>
            <a:r>
              <a:rPr lang="en-US" dirty="0"/>
              <a:t>The dataset includes the following attributes:</a:t>
            </a:r>
          </a:p>
          <a:p>
            <a:endParaRPr lang="en-US" dirty="0"/>
          </a:p>
          <a:p>
            <a:r>
              <a:rPr lang="en-US" sz="1200" dirty="0"/>
              <a:t>- `Sensor` (Parameter)  </a:t>
            </a:r>
          </a:p>
          <a:p>
            <a:r>
              <a:rPr lang="en-US" sz="1200" dirty="0"/>
              <a:t>- `Value` (numerical)  </a:t>
            </a:r>
          </a:p>
          <a:p>
            <a:r>
              <a:rPr lang="en-US" sz="1200" dirty="0"/>
              <a:t>- `</a:t>
            </a:r>
            <a:r>
              <a:rPr lang="en-US" sz="1200" dirty="0" err="1"/>
              <a:t>IsAnomaly_GT</a:t>
            </a:r>
            <a:r>
              <a:rPr lang="en-US" sz="1200" dirty="0"/>
              <a:t>` (Investigation result from engineer )  </a:t>
            </a:r>
          </a:p>
          <a:p>
            <a:endParaRPr lang="en-US" dirty="0"/>
          </a:p>
        </p:txBody>
      </p:sp>
      <p:pic>
        <p:nvPicPr>
          <p:cNvPr id="8" name="Picture 7">
            <a:extLst>
              <a:ext uri="{FF2B5EF4-FFF2-40B4-BE49-F238E27FC236}">
                <a16:creationId xmlns:a16="http://schemas.microsoft.com/office/drawing/2014/main" id="{BFBFFD6A-5167-3DDA-CCA6-9190E84E3DEF}"/>
              </a:ext>
            </a:extLst>
          </p:cNvPr>
          <p:cNvPicPr>
            <a:picLocks noChangeAspect="1"/>
          </p:cNvPicPr>
          <p:nvPr/>
        </p:nvPicPr>
        <p:blipFill>
          <a:blip r:embed="rId3"/>
          <a:stretch>
            <a:fillRect/>
          </a:stretch>
        </p:blipFill>
        <p:spPr>
          <a:xfrm>
            <a:off x="8541739" y="3561562"/>
            <a:ext cx="3412177" cy="2019451"/>
          </a:xfrm>
          <a:prstGeom prst="rect">
            <a:avLst/>
          </a:prstGeom>
        </p:spPr>
      </p:pic>
      <p:pic>
        <p:nvPicPr>
          <p:cNvPr id="12" name="Picture 11">
            <a:extLst>
              <a:ext uri="{FF2B5EF4-FFF2-40B4-BE49-F238E27FC236}">
                <a16:creationId xmlns:a16="http://schemas.microsoft.com/office/drawing/2014/main" id="{B407FB3E-A8FD-1B34-7E58-27ACDDD4C2A5}"/>
              </a:ext>
            </a:extLst>
          </p:cNvPr>
          <p:cNvPicPr>
            <a:picLocks noChangeAspect="1"/>
          </p:cNvPicPr>
          <p:nvPr/>
        </p:nvPicPr>
        <p:blipFill>
          <a:blip r:embed="rId4"/>
          <a:stretch>
            <a:fillRect/>
          </a:stretch>
        </p:blipFill>
        <p:spPr>
          <a:xfrm>
            <a:off x="4932332" y="3296437"/>
            <a:ext cx="2837849" cy="2348565"/>
          </a:xfrm>
          <a:prstGeom prst="rect">
            <a:avLst/>
          </a:prstGeom>
        </p:spPr>
      </p:pic>
    </p:spTree>
    <p:extLst>
      <p:ext uri="{BB962C8B-B14F-4D97-AF65-F5344CB8AC3E}">
        <p14:creationId xmlns:p14="http://schemas.microsoft.com/office/powerpoint/2010/main" val="3713298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Rectangle 6"/>
          <p:cNvSpPr/>
          <p:nvPr/>
        </p:nvSpPr>
        <p:spPr>
          <a:xfrm>
            <a:off x="0" y="255600"/>
            <a:ext cx="12190680" cy="564480"/>
          </a:xfrm>
          <a:prstGeom prst="rect">
            <a:avLst/>
          </a:prstGeom>
          <a:blipFill rotWithShape="0">
            <a:blip r:embed="rId2"/>
            <a:srcRect/>
            <a:tile tx="0" ty="0" sx="99955" sy="99963" algn="bl"/>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85" name="TextBox 20"/>
          <p:cNvSpPr/>
          <p:nvPr/>
        </p:nvSpPr>
        <p:spPr>
          <a:xfrm>
            <a:off x="77400" y="347040"/>
            <a:ext cx="7368120" cy="40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000" b="0" u="none" strike="noStrike">
                <a:solidFill>
                  <a:schemeClr val="lt1"/>
                </a:solidFill>
                <a:effectLst/>
                <a:uFillTx/>
                <a:latin typeface="Aptos"/>
              </a:rPr>
              <a:t>Linear Programming Problem  (LPP)</a:t>
            </a:r>
            <a:endParaRPr lang="en-CA" sz="2000" b="0" u="none" strike="noStrike">
              <a:solidFill>
                <a:srgbClr val="000000"/>
              </a:solidFill>
              <a:effectLst/>
              <a:uFillTx/>
              <a:latin typeface="Arial"/>
            </a:endParaRPr>
          </a:p>
        </p:txBody>
      </p:sp>
      <p:sp>
        <p:nvSpPr>
          <p:cNvPr id="186" name="TextBox 2"/>
          <p:cNvSpPr/>
          <p:nvPr/>
        </p:nvSpPr>
        <p:spPr>
          <a:xfrm>
            <a:off x="440280" y="1393228"/>
            <a:ext cx="4866840" cy="297720"/>
          </a:xfrm>
          <a:prstGeom prst="rect">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800" b="0" u="none" strike="noStrike" dirty="0">
                <a:solidFill>
                  <a:srgbClr val="FFFFFF">
                    <a:alpha val="1000"/>
                  </a:srgbClr>
                </a:solidFill>
                <a:effectLst/>
                <a:uFillTx/>
                <a:latin typeface="Aptos"/>
              </a:rPr>
              <a:t> </a:t>
            </a:r>
            <a:endParaRPr lang="en-CA" sz="1800" b="0" u="none" strike="noStrike" dirty="0">
              <a:solidFill>
                <a:srgbClr val="000000"/>
              </a:solidFill>
              <a:effectLst/>
              <a:uFillTx/>
              <a:latin typeface="Arial"/>
            </a:endParaRPr>
          </a:p>
        </p:txBody>
      </p:sp>
      <p:sp>
        <p:nvSpPr>
          <p:cNvPr id="187" name="Rectangle 1"/>
          <p:cNvSpPr/>
          <p:nvPr/>
        </p:nvSpPr>
        <p:spPr>
          <a:xfrm>
            <a:off x="608345" y="1779480"/>
            <a:ext cx="4157224" cy="1161360"/>
          </a:xfrm>
          <a:prstGeom prst="rect">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800" b="0" u="none" strike="noStrike" dirty="0">
                <a:solidFill>
                  <a:srgbClr val="FFFFFF">
                    <a:alpha val="1000"/>
                  </a:srgbClr>
                </a:solidFill>
                <a:effectLst/>
                <a:uFillTx/>
                <a:latin typeface="Aptos"/>
              </a:rPr>
              <a:t> </a:t>
            </a:r>
            <a:endParaRPr lang="en-CA" sz="1800" b="0" u="none" strike="noStrike" dirty="0">
              <a:solidFill>
                <a:srgbClr val="000000"/>
              </a:solidFill>
              <a:effectLst/>
              <a:uFillTx/>
              <a:latin typeface="Arial"/>
            </a:endParaRPr>
          </a:p>
        </p:txBody>
      </p:sp>
      <p:sp>
        <p:nvSpPr>
          <p:cNvPr id="188" name="Rectangle 9"/>
          <p:cNvSpPr/>
          <p:nvPr/>
        </p:nvSpPr>
        <p:spPr>
          <a:xfrm>
            <a:off x="204840" y="1017000"/>
            <a:ext cx="1856160" cy="29772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Aptos"/>
              </a:rPr>
              <a:t>Objective function</a:t>
            </a:r>
            <a:endParaRPr lang="en-CA" sz="1200" b="0" u="none" strike="noStrike">
              <a:solidFill>
                <a:srgbClr val="FFFFFF"/>
              </a:solidFill>
              <a:effectLst/>
              <a:uFillTx/>
              <a:latin typeface="Arial"/>
            </a:endParaRPr>
          </a:p>
        </p:txBody>
      </p:sp>
      <p:sp>
        <p:nvSpPr>
          <p:cNvPr id="189" name="Rectangle 12"/>
          <p:cNvSpPr/>
          <p:nvPr/>
        </p:nvSpPr>
        <p:spPr>
          <a:xfrm>
            <a:off x="8207640" y="1014120"/>
            <a:ext cx="1130760" cy="29772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Aptos"/>
              </a:rPr>
              <a:t>Constraints</a:t>
            </a:r>
            <a:endParaRPr lang="en-CA" sz="1200" b="0" u="none" strike="noStrike">
              <a:solidFill>
                <a:srgbClr val="FFFFFF"/>
              </a:solidFill>
              <a:effectLst/>
              <a:uFillTx/>
              <a:latin typeface="Arial"/>
            </a:endParaRPr>
          </a:p>
        </p:txBody>
      </p:sp>
      <p:sp>
        <p:nvSpPr>
          <p:cNvPr id="190" name="TextBox 14"/>
          <p:cNvSpPr/>
          <p:nvPr/>
        </p:nvSpPr>
        <p:spPr>
          <a:xfrm>
            <a:off x="8088120" y="1482480"/>
            <a:ext cx="201600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1" u="none" strike="noStrike">
                <a:solidFill>
                  <a:schemeClr val="dk1"/>
                </a:solidFill>
                <a:effectLst/>
                <a:uFillTx/>
                <a:latin typeface="Aptos"/>
              </a:rPr>
              <a:t>Constraint 1: Alarm Rate Limit</a:t>
            </a:r>
            <a:endParaRPr lang="en-CA" sz="1000" b="0" u="none" strike="noStrike">
              <a:solidFill>
                <a:srgbClr val="000000"/>
              </a:solidFill>
              <a:effectLst/>
              <a:uFillTx/>
              <a:latin typeface="Arial"/>
            </a:endParaRPr>
          </a:p>
        </p:txBody>
      </p:sp>
      <p:sp>
        <p:nvSpPr>
          <p:cNvPr id="191" name="TextBox 15"/>
          <p:cNvSpPr/>
          <p:nvPr/>
        </p:nvSpPr>
        <p:spPr>
          <a:xfrm>
            <a:off x="8198280" y="2677680"/>
            <a:ext cx="2083680" cy="302040"/>
          </a:xfrm>
          <a:prstGeom prst="rect">
            <a:avLst/>
          </a:prstGeom>
          <a:blipFill rotWithShape="0">
            <a:blip r:embed="rId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800" b="0" u="none" strike="noStrike">
                <a:solidFill>
                  <a:srgbClr val="FFFFFF">
                    <a:alpha val="1000"/>
                  </a:srgbClr>
                </a:solidFill>
                <a:effectLst/>
                <a:uFillTx/>
                <a:latin typeface="Aptos"/>
              </a:rPr>
              <a:t> </a:t>
            </a:r>
            <a:endParaRPr lang="en-CA" sz="1800" b="0" u="none" strike="noStrike">
              <a:solidFill>
                <a:srgbClr val="000000"/>
              </a:solidFill>
              <a:effectLst/>
              <a:uFillTx/>
              <a:latin typeface="Arial"/>
            </a:endParaRPr>
          </a:p>
        </p:txBody>
      </p:sp>
      <p:sp>
        <p:nvSpPr>
          <p:cNvPr id="192" name="TextBox 17"/>
          <p:cNvSpPr/>
          <p:nvPr/>
        </p:nvSpPr>
        <p:spPr>
          <a:xfrm>
            <a:off x="8088120" y="1751040"/>
            <a:ext cx="3584880" cy="66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dk1"/>
                </a:solidFill>
                <a:effectLst/>
                <a:uFillTx/>
                <a:latin typeface="Aptos"/>
              </a:rPr>
              <a:t>Goal: </a:t>
            </a:r>
            <a:r>
              <a:rPr lang="en-US" sz="800" b="0" u="none" strike="noStrike">
                <a:solidFill>
                  <a:schemeClr val="dk1"/>
                </a:solidFill>
                <a:effectLst/>
                <a:uFillTx/>
                <a:latin typeface="Aptos"/>
              </a:rPr>
              <a:t>Prevent the system from generating too many alarms that burden operators, machines, or follow-up systems.</a:t>
            </a:r>
            <a:endParaRPr lang="en-CA" sz="800" b="0" u="none" strike="noStrike">
              <a:solidFill>
                <a:srgbClr val="000000"/>
              </a:solidFill>
              <a:effectLst/>
              <a:uFillTx/>
              <a:latin typeface="Arial"/>
            </a:endParaRPr>
          </a:p>
          <a:p>
            <a:pPr defTabSz="914400">
              <a:lnSpc>
                <a:spcPct val="100000"/>
              </a:lnSpc>
            </a:pPr>
            <a:endParaRPr lang="en-CA" sz="500" b="0" u="none" strike="noStrike">
              <a:solidFill>
                <a:srgbClr val="000000"/>
              </a:solidFill>
              <a:effectLst/>
              <a:uFillTx/>
              <a:latin typeface="Arial"/>
            </a:endParaRPr>
          </a:p>
          <a:p>
            <a:pPr defTabSz="914400">
              <a:lnSpc>
                <a:spcPct val="100000"/>
              </a:lnSpc>
            </a:pPr>
            <a:r>
              <a:rPr lang="en-US" sz="800" b="1" u="none" strike="noStrike">
                <a:solidFill>
                  <a:schemeClr val="dk1"/>
                </a:solidFill>
                <a:effectLst/>
                <a:uFillTx/>
                <a:latin typeface="Aptos"/>
              </a:rPr>
              <a:t>Motivation: </a:t>
            </a:r>
            <a:r>
              <a:rPr lang="en-US" sz="800" b="0" u="none" strike="noStrike">
                <a:solidFill>
                  <a:schemeClr val="dk1"/>
                </a:solidFill>
                <a:effectLst/>
                <a:uFillTx/>
                <a:latin typeface="Aptos"/>
              </a:rPr>
              <a:t>Too many alarms (even if some are valid) can lead to alarm fatigue, wasted investigation time, and process disruptions.</a:t>
            </a:r>
            <a:endParaRPr lang="en-CA" sz="800" b="0" u="none" strike="noStrike">
              <a:solidFill>
                <a:srgbClr val="000000"/>
              </a:solidFill>
              <a:effectLst/>
              <a:uFillTx/>
              <a:latin typeface="Arial"/>
            </a:endParaRPr>
          </a:p>
        </p:txBody>
      </p:sp>
      <p:sp>
        <p:nvSpPr>
          <p:cNvPr id="193" name="TextBox 18"/>
          <p:cNvSpPr/>
          <p:nvPr/>
        </p:nvSpPr>
        <p:spPr>
          <a:xfrm>
            <a:off x="8207640" y="4543920"/>
            <a:ext cx="3931200" cy="173160"/>
          </a:xfrm>
          <a:prstGeom prst="rect">
            <a:avLst/>
          </a:prstGeom>
          <a:blipFill rotWithShape="0">
            <a:blip r:embed="rId6"/>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800" b="0" u="none" strike="noStrike">
                <a:solidFill>
                  <a:srgbClr val="FFFFFF">
                    <a:alpha val="1000"/>
                  </a:srgbClr>
                </a:solidFill>
                <a:effectLst/>
                <a:uFillTx/>
                <a:latin typeface="Aptos"/>
              </a:rPr>
              <a:t> </a:t>
            </a:r>
            <a:endParaRPr lang="en-CA" sz="1800" b="0" u="none" strike="noStrike">
              <a:solidFill>
                <a:srgbClr val="000000"/>
              </a:solidFill>
              <a:effectLst/>
              <a:uFillTx/>
              <a:latin typeface="Arial"/>
            </a:endParaRPr>
          </a:p>
        </p:txBody>
      </p:sp>
      <p:sp>
        <p:nvSpPr>
          <p:cNvPr id="194" name="TextBox 19"/>
          <p:cNvSpPr/>
          <p:nvPr/>
        </p:nvSpPr>
        <p:spPr>
          <a:xfrm>
            <a:off x="8088120" y="3305880"/>
            <a:ext cx="2016000" cy="24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1" u="none" strike="noStrike">
                <a:solidFill>
                  <a:schemeClr val="dk1"/>
                </a:solidFill>
                <a:effectLst/>
                <a:uFillTx/>
                <a:latin typeface="Aptos"/>
              </a:rPr>
              <a:t>Constraint 2: Total Cost Limit</a:t>
            </a:r>
            <a:endParaRPr lang="en-CA" sz="1000" b="0" u="none" strike="noStrike">
              <a:solidFill>
                <a:srgbClr val="000000"/>
              </a:solidFill>
              <a:effectLst/>
              <a:uFillTx/>
              <a:latin typeface="Arial"/>
            </a:endParaRPr>
          </a:p>
        </p:txBody>
      </p:sp>
      <p:sp>
        <p:nvSpPr>
          <p:cNvPr id="195" name="TextBox 22"/>
          <p:cNvSpPr/>
          <p:nvPr/>
        </p:nvSpPr>
        <p:spPr>
          <a:xfrm>
            <a:off x="8088120" y="3632760"/>
            <a:ext cx="3584880" cy="78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dk1"/>
                </a:solidFill>
                <a:effectLst/>
                <a:uFillTx/>
                <a:latin typeface="Aptos"/>
              </a:rPr>
              <a:t>Goal: </a:t>
            </a:r>
            <a:r>
              <a:rPr lang="en-US" sz="800" b="0" u="none" strike="noStrike">
                <a:solidFill>
                  <a:schemeClr val="dk1"/>
                </a:solidFill>
                <a:effectLst/>
                <a:uFillTx/>
                <a:latin typeface="Aptos"/>
              </a:rPr>
              <a:t>Ensure the chosen control limit doesn’t exceed the total operational budget for monitoring, investigation, and rework.</a:t>
            </a:r>
            <a:endParaRPr lang="en-CA" sz="800" b="0" u="none" strike="noStrike">
              <a:solidFill>
                <a:srgbClr val="000000"/>
              </a:solidFill>
              <a:effectLst/>
              <a:uFillTx/>
              <a:latin typeface="Arial"/>
            </a:endParaRPr>
          </a:p>
          <a:p>
            <a:pPr defTabSz="914400">
              <a:lnSpc>
                <a:spcPct val="100000"/>
              </a:lnSpc>
            </a:pPr>
            <a:endParaRPr lang="en-CA" sz="500" b="0" u="none" strike="noStrike">
              <a:solidFill>
                <a:srgbClr val="000000"/>
              </a:solidFill>
              <a:effectLst/>
              <a:uFillTx/>
              <a:latin typeface="Arial"/>
            </a:endParaRPr>
          </a:p>
          <a:p>
            <a:pPr defTabSz="914400">
              <a:lnSpc>
                <a:spcPct val="100000"/>
              </a:lnSpc>
            </a:pPr>
            <a:r>
              <a:rPr lang="en-US" sz="800" b="1" u="none" strike="noStrike">
                <a:solidFill>
                  <a:schemeClr val="dk1"/>
                </a:solidFill>
                <a:effectLst/>
                <a:uFillTx/>
                <a:latin typeface="Aptos"/>
              </a:rPr>
              <a:t>Motivation: </a:t>
            </a:r>
            <a:r>
              <a:rPr lang="en-US" sz="800" b="0" u="none" strike="noStrike">
                <a:solidFill>
                  <a:schemeClr val="dk1"/>
                </a:solidFill>
                <a:effectLst/>
                <a:uFillTx/>
                <a:latin typeface="Aptos"/>
              </a:rPr>
              <a:t>Even if a setting catches all anomalies, it might generate high cost through excessive false positives or handling effort. A budget constraint is needed.</a:t>
            </a:r>
            <a:endParaRPr lang="en-CA" sz="800" b="0" u="none" strike="noStrike">
              <a:solidFill>
                <a:srgbClr val="000000"/>
              </a:solidFill>
              <a:effectLst/>
              <a:uFillTx/>
              <a:latin typeface="Arial"/>
            </a:endParaRPr>
          </a:p>
        </p:txBody>
      </p:sp>
      <p:sp>
        <p:nvSpPr>
          <p:cNvPr id="196" name="TextBox 23"/>
          <p:cNvSpPr/>
          <p:nvPr/>
        </p:nvSpPr>
        <p:spPr>
          <a:xfrm>
            <a:off x="8088120" y="5008320"/>
            <a:ext cx="2016000" cy="2447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1" u="none" strike="noStrike" dirty="0">
                <a:solidFill>
                  <a:schemeClr val="dk1"/>
                </a:solidFill>
                <a:effectLst/>
                <a:uFillTx/>
                <a:latin typeface="Aptos"/>
              </a:rPr>
              <a:t>Constraint 3: </a:t>
            </a:r>
          </a:p>
        </p:txBody>
      </p:sp>
      <p:pic>
        <p:nvPicPr>
          <p:cNvPr id="197" name="Picture 27"/>
          <p:cNvPicPr/>
          <p:nvPr/>
        </p:nvPicPr>
        <p:blipFill>
          <a:blip r:embed="rId7"/>
          <a:stretch/>
        </p:blipFill>
        <p:spPr>
          <a:xfrm>
            <a:off x="440280" y="3408120"/>
            <a:ext cx="6157080" cy="3060360"/>
          </a:xfrm>
          <a:prstGeom prst="rect">
            <a:avLst/>
          </a:prstGeom>
          <a:noFill/>
          <a:ln w="0">
            <a:noFill/>
          </a:ln>
        </p:spPr>
      </p:pic>
      <p:sp>
        <p:nvSpPr>
          <p:cNvPr id="2" name="TextBox 9">
            <a:extLst>
              <a:ext uri="{FF2B5EF4-FFF2-40B4-BE49-F238E27FC236}">
                <a16:creationId xmlns:a16="http://schemas.microsoft.com/office/drawing/2014/main" id="{4A1769BD-72D0-46DA-6E58-4DB77490CA9F}"/>
              </a:ext>
            </a:extLst>
          </p:cNvPr>
          <p:cNvSpPr/>
          <p:nvPr/>
        </p:nvSpPr>
        <p:spPr>
          <a:xfrm>
            <a:off x="445140" y="2975746"/>
            <a:ext cx="1322114" cy="263160"/>
          </a:xfrm>
          <a:prstGeom prst="rect">
            <a:avLst/>
          </a:prstGeom>
          <a:noFill/>
          <a:ln w="31750">
            <a:solidFill>
              <a:srgbClr val="92D050"/>
            </a:solidFill>
            <a:round/>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marL="171360" indent="-171360" algn="ctr" defTabSz="914400">
              <a:lnSpc>
                <a:spcPct val="100000"/>
              </a:lnSpc>
              <a:buClr>
                <a:srgbClr val="000000"/>
              </a:buClr>
              <a:buFont typeface="Arial"/>
              <a:buChar char="•"/>
            </a:pPr>
            <a:r>
              <a:rPr lang="en-US" sz="1100" b="0" u="none" strike="noStrike" dirty="0">
                <a:solidFill>
                  <a:schemeClr val="dk1"/>
                </a:solidFill>
                <a:effectLst/>
                <a:uFillTx/>
                <a:latin typeface="Aptos"/>
              </a:rPr>
              <a:t>Minimize Cost</a:t>
            </a:r>
            <a:endParaRPr lang="en-CA" sz="1100" b="0" u="none" strike="noStrike" dirty="0">
              <a:solidFill>
                <a:srgbClr val="000000"/>
              </a:solidFill>
              <a:effectLst/>
              <a:uFillTx/>
              <a:latin typeface="Arial"/>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E3B8789-70CA-4922-B5C2-9DA6EC611274}"/>
                  </a:ext>
                </a:extLst>
              </p:cNvPr>
              <p:cNvSpPr txBox="1"/>
              <p:nvPr/>
            </p:nvSpPr>
            <p:spPr>
              <a:xfrm>
                <a:off x="8372652" y="5229456"/>
                <a:ext cx="1446935" cy="15388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1000" smtClean="0">
                              <a:solidFill>
                                <a:srgbClr val="836967"/>
                              </a:solidFill>
                              <a:latin typeface="Cambria Math" panose="02040503050406030204" pitchFamily="18" charset="0"/>
                            </a:rPr>
                          </m:ctrlPr>
                        </m:sSubPr>
                        <m:e>
                          <m:sSub>
                            <m:sSubPr>
                              <m:ctrlPr>
                                <a:rPr lang="en-US" sz="1000" i="1">
                                  <a:solidFill>
                                    <a:srgbClr val="836967"/>
                                  </a:solidFill>
                                  <a:latin typeface="Cambria Math" panose="02040503050406030204" pitchFamily="18" charset="0"/>
                                </a:rPr>
                              </m:ctrlPr>
                            </m:sSubPr>
                            <m:e>
                              <m:r>
                                <a:rPr lang="en-US" sz="1000" i="1">
                                  <a:latin typeface="Cambria Math" panose="02040503050406030204" pitchFamily="18" charset="0"/>
                                </a:rPr>
                                <m:t>𝑘</m:t>
                              </m:r>
                            </m:e>
                            <m:sub>
                              <m:r>
                                <a:rPr lang="en-US" sz="1000" b="0" i="1" smtClean="0">
                                  <a:latin typeface="Cambria Math" panose="02040503050406030204" pitchFamily="18" charset="0"/>
                                </a:rPr>
                                <m:t>𝑚𝑖𝑛</m:t>
                              </m:r>
                            </m:sub>
                          </m:sSub>
                          <m:r>
                            <a:rPr lang="en-US" sz="1000">
                              <a:latin typeface="Cambria Math" panose="02040503050406030204" pitchFamily="18" charset="0"/>
                            </a:rPr>
                            <m:t>=</m:t>
                          </m:r>
                          <m:r>
                            <a:rPr lang="en-US" sz="1000" b="0" i="1" smtClean="0">
                              <a:latin typeface="Cambria Math" panose="02040503050406030204" pitchFamily="18" charset="0"/>
                            </a:rPr>
                            <m:t>1</m:t>
                          </m:r>
                          <m:r>
                            <a:rPr lang="en-US" sz="1000" b="0" i="1" smtClean="0">
                              <a:solidFill>
                                <a:srgbClr val="836967"/>
                              </a:solidFill>
                              <a:latin typeface="Cambria Math" panose="02040503050406030204" pitchFamily="18" charset="0"/>
                            </a:rPr>
                            <m:t>,</m:t>
                          </m:r>
                          <m:r>
                            <a:rPr lang="en-US" sz="1000" i="1">
                              <a:latin typeface="Cambria Math" panose="02040503050406030204" pitchFamily="18" charset="0"/>
                            </a:rPr>
                            <m:t>𝑘</m:t>
                          </m:r>
                        </m:e>
                        <m:sub>
                          <m:r>
                            <a:rPr lang="en-US" sz="1000" b="0" i="1" smtClean="0">
                              <a:latin typeface="Cambria Math" panose="02040503050406030204" pitchFamily="18" charset="0"/>
                            </a:rPr>
                            <m:t>𝑚𝑎𝑥</m:t>
                          </m:r>
                        </m:sub>
                      </m:sSub>
                      <m:r>
                        <a:rPr lang="en-US" sz="1000" i="0">
                          <a:latin typeface="Cambria Math" panose="02040503050406030204" pitchFamily="18" charset="0"/>
                        </a:rPr>
                        <m:t>=</m:t>
                      </m:r>
                      <m:r>
                        <a:rPr lang="en-US" sz="1000" b="0" i="0" smtClean="0">
                          <a:latin typeface="Cambria Math" panose="02040503050406030204" pitchFamily="18" charset="0"/>
                        </a:rPr>
                        <m:t>4</m:t>
                      </m:r>
                      <m:r>
                        <a:rPr lang="en-US" sz="1000" i="0">
                          <a:latin typeface="Cambria Math" panose="02040503050406030204" pitchFamily="18" charset="0"/>
                        </a:rPr>
                        <m:t>,</m:t>
                      </m:r>
                      <m:r>
                        <a:rPr lang="en-US" sz="1000" i="1">
                          <a:latin typeface="Cambria Math" panose="02040503050406030204" pitchFamily="18" charset="0"/>
                        </a:rPr>
                        <m:t>𝑘</m:t>
                      </m:r>
                      <m:r>
                        <a:rPr lang="en-US" sz="1000" i="0">
                          <a:latin typeface="Cambria Math" panose="02040503050406030204" pitchFamily="18" charset="0"/>
                        </a:rPr>
                        <m:t>≠0</m:t>
                      </m:r>
                    </m:oMath>
                  </m:oMathPara>
                </a14:m>
                <a:endParaRPr lang="en-US" sz="1000" dirty="0"/>
              </a:p>
            </p:txBody>
          </p:sp>
        </mc:Choice>
        <mc:Fallback>
          <p:sp>
            <p:nvSpPr>
              <p:cNvPr id="3" name="TextBox 2">
                <a:extLst>
                  <a:ext uri="{FF2B5EF4-FFF2-40B4-BE49-F238E27FC236}">
                    <a16:creationId xmlns:a16="http://schemas.microsoft.com/office/drawing/2014/main" id="{8E3B8789-70CA-4922-B5C2-9DA6EC611274}"/>
                  </a:ext>
                </a:extLst>
              </p:cNvPr>
              <p:cNvSpPr txBox="1">
                <a:spLocks noRot="1" noChangeAspect="1" noMove="1" noResize="1" noEditPoints="1" noAdjustHandles="1" noChangeArrowheads="1" noChangeShapeType="1" noTextEdit="1"/>
              </p:cNvSpPr>
              <p:nvPr/>
            </p:nvSpPr>
            <p:spPr>
              <a:xfrm>
                <a:off x="8372652" y="5229456"/>
                <a:ext cx="1446935" cy="153888"/>
              </a:xfrm>
              <a:prstGeom prst="rect">
                <a:avLst/>
              </a:prstGeom>
              <a:blipFill>
                <a:blip r:embed="rId8"/>
                <a:stretch>
                  <a:fillRect l="-2101" r="-2101" b="-12000"/>
                </a:stretch>
              </a:blipFill>
            </p:spPr>
            <p:txBody>
              <a:bodyPr/>
              <a:lstStyle/>
              <a:p>
                <a:r>
                  <a:rPr 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Rectangle 6"/>
          <p:cNvSpPr/>
          <p:nvPr/>
        </p:nvSpPr>
        <p:spPr>
          <a:xfrm>
            <a:off x="0" y="255600"/>
            <a:ext cx="12190680" cy="564480"/>
          </a:xfrm>
          <a:prstGeom prst="rect">
            <a:avLst/>
          </a:prstGeom>
          <a:blipFill rotWithShape="0">
            <a:blip r:embed="rId2"/>
            <a:srcRect/>
            <a:tile tx="0" ty="0" sx="99955" sy="99963" algn="bl"/>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199" name="TextBox 20"/>
          <p:cNvSpPr/>
          <p:nvPr/>
        </p:nvSpPr>
        <p:spPr>
          <a:xfrm>
            <a:off x="77400" y="347040"/>
            <a:ext cx="7368120" cy="40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000" b="0" u="none" strike="noStrike" dirty="0">
                <a:solidFill>
                  <a:schemeClr val="lt1"/>
                </a:solidFill>
                <a:effectLst/>
                <a:uFillTx/>
                <a:latin typeface="Aptos"/>
              </a:rPr>
              <a:t>Flowchart to find the optimal threshold(k) of limit</a:t>
            </a:r>
            <a:endParaRPr lang="en-CA" sz="2000" b="0" u="none" strike="noStrike" dirty="0">
              <a:solidFill>
                <a:srgbClr val="000000"/>
              </a:solidFill>
              <a:effectLst/>
              <a:uFillTx/>
              <a:latin typeface="Arial"/>
            </a:endParaRPr>
          </a:p>
        </p:txBody>
      </p:sp>
      <p:sp>
        <p:nvSpPr>
          <p:cNvPr id="200" name="Oval 1"/>
          <p:cNvSpPr/>
          <p:nvPr/>
        </p:nvSpPr>
        <p:spPr>
          <a:xfrm>
            <a:off x="386640" y="1021680"/>
            <a:ext cx="705600" cy="347400"/>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100" b="0" u="none" strike="noStrike">
                <a:solidFill>
                  <a:schemeClr val="lt1"/>
                </a:solidFill>
                <a:effectLst/>
                <a:uFillTx/>
                <a:latin typeface="Aptos"/>
              </a:rPr>
              <a:t>Start</a:t>
            </a:r>
            <a:endParaRPr lang="en-CA" sz="1100" b="0" u="none" strike="noStrike">
              <a:solidFill>
                <a:srgbClr val="FFFFFF"/>
              </a:solidFill>
              <a:effectLst/>
              <a:uFillTx/>
              <a:latin typeface="Arial"/>
            </a:endParaRPr>
          </a:p>
        </p:txBody>
      </p:sp>
      <p:cxnSp>
        <p:nvCxnSpPr>
          <p:cNvPr id="201" name="Straight Arrow Connector 4"/>
          <p:cNvCxnSpPr>
            <a:stCxn id="200" idx="4"/>
            <a:endCxn id="202" idx="0"/>
          </p:cNvCxnSpPr>
          <p:nvPr/>
        </p:nvCxnSpPr>
        <p:spPr>
          <a:xfrm>
            <a:off x="739440" y="1369080"/>
            <a:ext cx="14760" cy="457920"/>
          </a:xfrm>
          <a:prstGeom prst="straightConnector1">
            <a:avLst/>
          </a:prstGeom>
          <a:ln w="0">
            <a:solidFill>
              <a:srgbClr val="262626"/>
            </a:solidFill>
            <a:tailEnd type="triangle" w="med" len="med"/>
          </a:ln>
        </p:spPr>
      </p:cxnSp>
      <p:sp>
        <p:nvSpPr>
          <p:cNvPr id="202" name="Rectangle 7"/>
          <p:cNvSpPr/>
          <p:nvPr/>
        </p:nvSpPr>
        <p:spPr>
          <a:xfrm>
            <a:off x="203040" y="1826640"/>
            <a:ext cx="1101600" cy="3474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dirty="0">
                <a:solidFill>
                  <a:schemeClr val="lt1"/>
                </a:solidFill>
                <a:effectLst/>
                <a:uFillTx/>
                <a:latin typeface="Aptos"/>
              </a:rPr>
              <a:t>Prepare data</a:t>
            </a:r>
            <a:endParaRPr lang="en-CA" sz="1000" b="0" u="none" strike="noStrike" dirty="0">
              <a:solidFill>
                <a:srgbClr val="FFFFFF"/>
              </a:solidFill>
              <a:effectLst/>
              <a:uFillTx/>
              <a:latin typeface="Arial"/>
            </a:endParaRPr>
          </a:p>
        </p:txBody>
      </p:sp>
      <p:sp>
        <p:nvSpPr>
          <p:cNvPr id="203" name="Diamond 24"/>
          <p:cNvSpPr/>
          <p:nvPr/>
        </p:nvSpPr>
        <p:spPr>
          <a:xfrm>
            <a:off x="1951560" y="1779120"/>
            <a:ext cx="806040" cy="696240"/>
          </a:xfrm>
          <a:prstGeom prst="diamond">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cxnSp>
        <p:nvCxnSpPr>
          <p:cNvPr id="204" name="Straight Arrow Connector 25"/>
          <p:cNvCxnSpPr>
            <a:stCxn id="202" idx="2"/>
            <a:endCxn id="205" idx="0"/>
          </p:cNvCxnSpPr>
          <p:nvPr/>
        </p:nvCxnSpPr>
        <p:spPr>
          <a:xfrm flipH="1">
            <a:off x="753480" y="2174040"/>
            <a:ext cx="720" cy="475200"/>
          </a:xfrm>
          <a:prstGeom prst="straightConnector1">
            <a:avLst/>
          </a:prstGeom>
          <a:ln w="0">
            <a:solidFill>
              <a:srgbClr val="262626"/>
            </a:solidFill>
            <a:tailEnd type="triangle" w="med" len="med"/>
          </a:ln>
        </p:spPr>
      </p:cxnSp>
      <p:sp>
        <p:nvSpPr>
          <p:cNvPr id="206" name="Rectangle 33"/>
          <p:cNvSpPr/>
          <p:nvPr/>
        </p:nvSpPr>
        <p:spPr>
          <a:xfrm>
            <a:off x="5027400" y="1954800"/>
            <a:ext cx="1101600" cy="3474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dirty="0">
                <a:solidFill>
                  <a:schemeClr val="lt1"/>
                </a:solidFill>
                <a:effectLst/>
                <a:uFillTx/>
                <a:latin typeface="Aptos"/>
              </a:rPr>
              <a:t>Traditional K</a:t>
            </a:r>
            <a:endParaRPr lang="en-CA" sz="1000" b="0" u="none" strike="noStrike" dirty="0">
              <a:solidFill>
                <a:srgbClr val="FFFFFF"/>
              </a:solidFill>
              <a:effectLst/>
              <a:uFillTx/>
              <a:latin typeface="Arial"/>
            </a:endParaRPr>
          </a:p>
        </p:txBody>
      </p:sp>
      <p:cxnSp>
        <p:nvCxnSpPr>
          <p:cNvPr id="207" name="Straight Arrow Connector 36"/>
          <p:cNvCxnSpPr>
            <a:stCxn id="203" idx="3"/>
            <a:endCxn id="206" idx="1"/>
          </p:cNvCxnSpPr>
          <p:nvPr/>
        </p:nvCxnSpPr>
        <p:spPr>
          <a:xfrm>
            <a:off x="2757600" y="2127240"/>
            <a:ext cx="2270160" cy="1440"/>
          </a:xfrm>
          <a:prstGeom prst="straightConnector1">
            <a:avLst/>
          </a:prstGeom>
          <a:ln w="0">
            <a:solidFill>
              <a:srgbClr val="262626"/>
            </a:solidFill>
            <a:tailEnd type="triangle" w="med" len="med"/>
          </a:ln>
        </p:spPr>
      </p:cxnSp>
      <p:sp>
        <p:nvSpPr>
          <p:cNvPr id="208" name="Rectangle 38"/>
          <p:cNvSpPr/>
          <p:nvPr/>
        </p:nvSpPr>
        <p:spPr>
          <a:xfrm>
            <a:off x="1709640" y="3399480"/>
            <a:ext cx="1289880" cy="432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dirty="0">
                <a:solidFill>
                  <a:schemeClr val="lt1"/>
                </a:solidFill>
                <a:effectLst/>
                <a:uFillTx/>
                <a:latin typeface="Aptos"/>
              </a:rPr>
              <a:t>Determine the Objective function</a:t>
            </a:r>
            <a:endParaRPr lang="en-CA" sz="1000" b="0" u="none" strike="noStrike" dirty="0">
              <a:solidFill>
                <a:srgbClr val="FFFFFF"/>
              </a:solidFill>
              <a:effectLst/>
              <a:uFillTx/>
              <a:latin typeface="Arial"/>
            </a:endParaRPr>
          </a:p>
        </p:txBody>
      </p:sp>
      <p:cxnSp>
        <p:nvCxnSpPr>
          <p:cNvPr id="209" name="Straight Arrow Connector 39"/>
          <p:cNvCxnSpPr>
            <a:stCxn id="203" idx="2"/>
            <a:endCxn id="208" idx="0"/>
          </p:cNvCxnSpPr>
          <p:nvPr/>
        </p:nvCxnSpPr>
        <p:spPr>
          <a:xfrm flipH="1">
            <a:off x="2354400" y="2475360"/>
            <a:ext cx="720" cy="924480"/>
          </a:xfrm>
          <a:prstGeom prst="straightConnector1">
            <a:avLst/>
          </a:prstGeom>
          <a:ln w="0">
            <a:solidFill>
              <a:srgbClr val="262626"/>
            </a:solidFill>
            <a:tailEnd type="triangle" w="med" len="med"/>
          </a:ln>
        </p:spPr>
      </p:cxnSp>
      <p:sp>
        <p:nvSpPr>
          <p:cNvPr id="210" name="Rectangle 47"/>
          <p:cNvSpPr/>
          <p:nvPr/>
        </p:nvSpPr>
        <p:spPr>
          <a:xfrm>
            <a:off x="1709640" y="4677480"/>
            <a:ext cx="1289880" cy="432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dirty="0">
                <a:solidFill>
                  <a:schemeClr val="lt1"/>
                </a:solidFill>
                <a:effectLst/>
                <a:uFillTx/>
                <a:latin typeface="Aptos"/>
              </a:rPr>
              <a:t>Determine the Constraints</a:t>
            </a:r>
            <a:endParaRPr lang="en-CA" sz="1000" b="0" u="none" strike="noStrike" dirty="0">
              <a:solidFill>
                <a:srgbClr val="FFFFFF"/>
              </a:solidFill>
              <a:effectLst/>
              <a:uFillTx/>
              <a:latin typeface="Arial"/>
            </a:endParaRPr>
          </a:p>
        </p:txBody>
      </p:sp>
      <p:cxnSp>
        <p:nvCxnSpPr>
          <p:cNvPr id="211" name="Straight Arrow Connector 49"/>
          <p:cNvCxnSpPr>
            <a:stCxn id="208" idx="2"/>
            <a:endCxn id="210" idx="0"/>
          </p:cNvCxnSpPr>
          <p:nvPr/>
        </p:nvCxnSpPr>
        <p:spPr>
          <a:xfrm>
            <a:off x="2354400" y="3831480"/>
            <a:ext cx="360" cy="846360"/>
          </a:xfrm>
          <a:prstGeom prst="straightConnector1">
            <a:avLst/>
          </a:prstGeom>
          <a:ln w="0">
            <a:solidFill>
              <a:srgbClr val="262626"/>
            </a:solidFill>
            <a:tailEnd type="triangle" w="med" len="med"/>
          </a:ln>
        </p:spPr>
      </p:cxnSp>
      <p:cxnSp>
        <p:nvCxnSpPr>
          <p:cNvPr id="212" name="Connector: Elbow 57"/>
          <p:cNvCxnSpPr>
            <a:stCxn id="210" idx="2"/>
            <a:endCxn id="213" idx="1"/>
          </p:cNvCxnSpPr>
          <p:nvPr/>
        </p:nvCxnSpPr>
        <p:spPr>
          <a:xfrm rot="16200000" flipH="1">
            <a:off x="2590920" y="4872600"/>
            <a:ext cx="825840" cy="1298880"/>
          </a:xfrm>
          <a:prstGeom prst="bentConnector2">
            <a:avLst/>
          </a:prstGeom>
          <a:ln w="0">
            <a:solidFill>
              <a:srgbClr val="262626"/>
            </a:solidFill>
            <a:tailEnd type="triangle" w="med" len="med"/>
          </a:ln>
        </p:spPr>
      </p:cxnSp>
      <p:sp>
        <p:nvSpPr>
          <p:cNvPr id="213" name="Rectangle 61"/>
          <p:cNvSpPr/>
          <p:nvPr/>
        </p:nvSpPr>
        <p:spPr>
          <a:xfrm>
            <a:off x="3652920" y="5718960"/>
            <a:ext cx="1289880" cy="432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dirty="0">
                <a:solidFill>
                  <a:schemeClr val="lt1"/>
                </a:solidFill>
                <a:effectLst/>
                <a:uFillTx/>
                <a:latin typeface="Aptos"/>
              </a:rPr>
              <a:t>Select the optimize technique </a:t>
            </a:r>
            <a:endParaRPr lang="en-CA" sz="1000" b="0" u="none" strike="noStrike" dirty="0">
              <a:solidFill>
                <a:srgbClr val="FFFFFF"/>
              </a:solidFill>
              <a:effectLst/>
              <a:uFillTx/>
              <a:latin typeface="Arial"/>
            </a:endParaRPr>
          </a:p>
        </p:txBody>
      </p:sp>
      <p:sp>
        <p:nvSpPr>
          <p:cNvPr id="214" name="Rectangle 64"/>
          <p:cNvSpPr/>
          <p:nvPr/>
        </p:nvSpPr>
        <p:spPr>
          <a:xfrm>
            <a:off x="7410240" y="4882320"/>
            <a:ext cx="2267280" cy="56628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lt1"/>
                </a:solidFill>
                <a:effectLst/>
                <a:uFillTx/>
                <a:latin typeface="Aptos"/>
              </a:rPr>
              <a:t>Optimize Objective Function to find optimal k</a:t>
            </a:r>
            <a:endParaRPr lang="en-CA" sz="1000" b="0" u="none" strike="noStrike">
              <a:solidFill>
                <a:srgbClr val="FFFFFF"/>
              </a:solidFill>
              <a:effectLst/>
              <a:uFillTx/>
              <a:latin typeface="Arial"/>
            </a:endParaRPr>
          </a:p>
        </p:txBody>
      </p:sp>
      <p:cxnSp>
        <p:nvCxnSpPr>
          <p:cNvPr id="215" name="Straight Arrow Connector 66"/>
          <p:cNvCxnSpPr>
            <a:stCxn id="214" idx="0"/>
            <a:endCxn id="216" idx="2"/>
          </p:cNvCxnSpPr>
          <p:nvPr/>
        </p:nvCxnSpPr>
        <p:spPr>
          <a:xfrm flipH="1" flipV="1">
            <a:off x="8543520" y="3908880"/>
            <a:ext cx="720" cy="973800"/>
          </a:xfrm>
          <a:prstGeom prst="straightConnector1">
            <a:avLst/>
          </a:prstGeom>
          <a:ln w="0">
            <a:solidFill>
              <a:srgbClr val="262626"/>
            </a:solidFill>
            <a:tailEnd type="triangle" w="med" len="med"/>
          </a:ln>
        </p:spPr>
      </p:cxnSp>
      <p:sp>
        <p:nvSpPr>
          <p:cNvPr id="205" name="Rectangle 83"/>
          <p:cNvSpPr/>
          <p:nvPr/>
        </p:nvSpPr>
        <p:spPr>
          <a:xfrm>
            <a:off x="146160" y="2648880"/>
            <a:ext cx="1214640" cy="3474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dirty="0">
                <a:solidFill>
                  <a:schemeClr val="lt1"/>
                </a:solidFill>
                <a:effectLst/>
                <a:uFillTx/>
                <a:latin typeface="Aptos"/>
              </a:rPr>
              <a:t>Select SPC Chart</a:t>
            </a:r>
            <a:endParaRPr lang="en-CA" sz="1000" b="0" u="none" strike="noStrike" dirty="0">
              <a:solidFill>
                <a:srgbClr val="FFFFFF"/>
              </a:solidFill>
              <a:effectLst/>
              <a:uFillTx/>
              <a:latin typeface="Arial"/>
            </a:endParaRPr>
          </a:p>
        </p:txBody>
      </p:sp>
      <p:cxnSp>
        <p:nvCxnSpPr>
          <p:cNvPr id="217" name="Connector: Elbow 90"/>
          <p:cNvCxnSpPr>
            <a:stCxn id="205" idx="3"/>
            <a:endCxn id="203" idx="1"/>
          </p:cNvCxnSpPr>
          <p:nvPr/>
        </p:nvCxnSpPr>
        <p:spPr>
          <a:xfrm flipV="1">
            <a:off x="1360800" y="2127240"/>
            <a:ext cx="591120" cy="695520"/>
          </a:xfrm>
          <a:prstGeom prst="bentConnector3">
            <a:avLst>
              <a:gd name="adj1" fmla="val 50152"/>
            </a:avLst>
          </a:prstGeom>
          <a:ln w="0">
            <a:solidFill>
              <a:srgbClr val="262626"/>
            </a:solidFill>
            <a:tailEnd type="triangle" w="med" len="med"/>
          </a:ln>
        </p:spPr>
      </p:cxnSp>
      <p:sp>
        <p:nvSpPr>
          <p:cNvPr id="218" name="Rectangle 114"/>
          <p:cNvSpPr/>
          <p:nvPr/>
        </p:nvSpPr>
        <p:spPr>
          <a:xfrm>
            <a:off x="10431000" y="1854360"/>
            <a:ext cx="1370160" cy="54792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lt1"/>
                </a:solidFill>
                <a:effectLst/>
                <a:uFillTx/>
                <a:latin typeface="Aptos"/>
              </a:rPr>
              <a:t>Implement k to chart base on selected chart</a:t>
            </a:r>
            <a:endParaRPr lang="en-CA" sz="1000" b="0" u="none" strike="noStrike">
              <a:solidFill>
                <a:srgbClr val="FFFFFF"/>
              </a:solidFill>
              <a:effectLst/>
              <a:uFillTx/>
              <a:latin typeface="Arial"/>
            </a:endParaRPr>
          </a:p>
        </p:txBody>
      </p:sp>
      <p:sp>
        <p:nvSpPr>
          <p:cNvPr id="219" name="Rectangle 159"/>
          <p:cNvSpPr/>
          <p:nvPr/>
        </p:nvSpPr>
        <p:spPr>
          <a:xfrm>
            <a:off x="10470960" y="3360960"/>
            <a:ext cx="1289880" cy="54792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lt1"/>
                </a:solidFill>
                <a:effectLst/>
                <a:uFillTx/>
                <a:latin typeface="Aptos"/>
              </a:rPr>
              <a:t>Compare result between two methods</a:t>
            </a:r>
            <a:endParaRPr lang="en-CA" sz="1000" b="0" u="none" strike="noStrike">
              <a:solidFill>
                <a:srgbClr val="FFFFFF"/>
              </a:solidFill>
              <a:effectLst/>
              <a:uFillTx/>
              <a:latin typeface="Arial"/>
            </a:endParaRPr>
          </a:p>
        </p:txBody>
      </p:sp>
      <p:cxnSp>
        <p:nvCxnSpPr>
          <p:cNvPr id="220" name="Straight Arrow Connector 160"/>
          <p:cNvCxnSpPr>
            <a:stCxn id="218" idx="2"/>
            <a:endCxn id="219" idx="0"/>
          </p:cNvCxnSpPr>
          <p:nvPr/>
        </p:nvCxnSpPr>
        <p:spPr>
          <a:xfrm flipH="1">
            <a:off x="11115720" y="2402280"/>
            <a:ext cx="720" cy="959040"/>
          </a:xfrm>
          <a:prstGeom prst="straightConnector1">
            <a:avLst/>
          </a:prstGeom>
          <a:ln w="0">
            <a:solidFill>
              <a:srgbClr val="262626"/>
            </a:solidFill>
            <a:tailEnd type="triangle" w="med" len="med"/>
          </a:ln>
        </p:spPr>
      </p:cxnSp>
      <p:sp>
        <p:nvSpPr>
          <p:cNvPr id="216" name="Rectangle 174"/>
          <p:cNvSpPr/>
          <p:nvPr/>
        </p:nvSpPr>
        <p:spPr>
          <a:xfrm>
            <a:off x="7898760" y="3360960"/>
            <a:ext cx="1289880" cy="54792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dirty="0">
                <a:solidFill>
                  <a:schemeClr val="lt1"/>
                </a:solidFill>
                <a:effectLst/>
                <a:uFillTx/>
                <a:latin typeface="Aptos"/>
              </a:rPr>
              <a:t>Implement k to chart base on selected chart</a:t>
            </a:r>
            <a:endParaRPr lang="en-CA" sz="1000" b="0" u="none" strike="noStrike" dirty="0">
              <a:solidFill>
                <a:srgbClr val="FFFFFF"/>
              </a:solidFill>
              <a:effectLst/>
              <a:uFillTx/>
              <a:latin typeface="Arial"/>
            </a:endParaRPr>
          </a:p>
        </p:txBody>
      </p:sp>
      <p:sp>
        <p:nvSpPr>
          <p:cNvPr id="221" name="Diamond 187"/>
          <p:cNvSpPr/>
          <p:nvPr/>
        </p:nvSpPr>
        <p:spPr>
          <a:xfrm>
            <a:off x="10777320" y="4527720"/>
            <a:ext cx="677160" cy="582840"/>
          </a:xfrm>
          <a:prstGeom prst="diamond">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cxnSp>
        <p:nvCxnSpPr>
          <p:cNvPr id="222" name="Straight Arrow Connector 188"/>
          <p:cNvCxnSpPr>
            <a:stCxn id="219" idx="2"/>
            <a:endCxn id="221" idx="0"/>
          </p:cNvCxnSpPr>
          <p:nvPr/>
        </p:nvCxnSpPr>
        <p:spPr>
          <a:xfrm>
            <a:off x="11115720" y="3908880"/>
            <a:ext cx="720" cy="619200"/>
          </a:xfrm>
          <a:prstGeom prst="straightConnector1">
            <a:avLst/>
          </a:prstGeom>
          <a:ln w="0">
            <a:solidFill>
              <a:srgbClr val="262626"/>
            </a:solidFill>
            <a:tailEnd type="triangle" w="med" len="med"/>
          </a:ln>
        </p:spPr>
      </p:cxnSp>
      <p:sp>
        <p:nvSpPr>
          <p:cNvPr id="223" name="Oval 207"/>
          <p:cNvSpPr/>
          <p:nvPr/>
        </p:nvSpPr>
        <p:spPr>
          <a:xfrm>
            <a:off x="10763280" y="5518800"/>
            <a:ext cx="705600" cy="347400"/>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100" b="0" u="none" strike="noStrike">
                <a:solidFill>
                  <a:schemeClr val="lt1"/>
                </a:solidFill>
                <a:effectLst/>
                <a:uFillTx/>
                <a:latin typeface="Aptos"/>
              </a:rPr>
              <a:t>End</a:t>
            </a:r>
            <a:endParaRPr lang="en-CA" sz="1100" b="0" u="none" strike="noStrike">
              <a:solidFill>
                <a:srgbClr val="FFFFFF"/>
              </a:solidFill>
              <a:effectLst/>
              <a:uFillTx/>
              <a:latin typeface="Arial"/>
            </a:endParaRPr>
          </a:p>
        </p:txBody>
      </p:sp>
      <p:cxnSp>
        <p:nvCxnSpPr>
          <p:cNvPr id="224" name="Straight Arrow Connector 208"/>
          <p:cNvCxnSpPr>
            <a:stCxn id="221" idx="2"/>
            <a:endCxn id="223" idx="0"/>
          </p:cNvCxnSpPr>
          <p:nvPr/>
        </p:nvCxnSpPr>
        <p:spPr>
          <a:xfrm>
            <a:off x="11116080" y="5110560"/>
            <a:ext cx="360" cy="408600"/>
          </a:xfrm>
          <a:prstGeom prst="straightConnector1">
            <a:avLst/>
          </a:prstGeom>
          <a:ln w="0">
            <a:solidFill>
              <a:srgbClr val="262626"/>
            </a:solidFill>
            <a:tailEnd type="triangle" w="med" len="med"/>
          </a:ln>
        </p:spPr>
      </p:cxnSp>
      <p:sp>
        <p:nvSpPr>
          <p:cNvPr id="225" name="Rectangle 215"/>
          <p:cNvSpPr/>
          <p:nvPr/>
        </p:nvSpPr>
        <p:spPr>
          <a:xfrm>
            <a:off x="3335040" y="1762560"/>
            <a:ext cx="1240560" cy="235440"/>
          </a:xfrm>
          <a:prstGeom prst="rect">
            <a:avLst/>
          </a:prstGeom>
          <a:noFill/>
          <a:ln>
            <a:solidFill>
              <a:srgbClr val="262626"/>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dirty="0">
                <a:solidFill>
                  <a:schemeClr val="dk1">
                    <a:lumMod val="85000"/>
                    <a:lumOff val="15000"/>
                  </a:schemeClr>
                </a:solidFill>
                <a:effectLst/>
                <a:uFillTx/>
                <a:latin typeface="Aptos"/>
              </a:rPr>
              <a:t>Traditional</a:t>
            </a:r>
            <a:r>
              <a:rPr lang="en-US" sz="1000" dirty="0">
                <a:solidFill>
                  <a:schemeClr val="dk1">
                    <a:lumMod val="85000"/>
                    <a:lumOff val="15000"/>
                  </a:schemeClr>
                </a:solidFill>
                <a:latin typeface="Aptos"/>
              </a:rPr>
              <a:t> X bar</a:t>
            </a:r>
            <a:endParaRPr lang="en-CA" sz="1000" b="0" u="none" strike="noStrike" dirty="0">
              <a:solidFill>
                <a:srgbClr val="000000"/>
              </a:solidFill>
              <a:effectLst/>
              <a:uFillTx/>
              <a:latin typeface="Arial"/>
            </a:endParaRPr>
          </a:p>
        </p:txBody>
      </p:sp>
      <p:sp>
        <p:nvSpPr>
          <p:cNvPr id="226" name="Rectangle 216"/>
          <p:cNvSpPr/>
          <p:nvPr/>
        </p:nvSpPr>
        <p:spPr>
          <a:xfrm>
            <a:off x="2426400" y="2639160"/>
            <a:ext cx="1240560" cy="235440"/>
          </a:xfrm>
          <a:prstGeom prst="rect">
            <a:avLst/>
          </a:prstGeom>
          <a:noFill/>
          <a:ln>
            <a:solidFill>
              <a:srgbClr val="262626"/>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dirty="0">
                <a:solidFill>
                  <a:schemeClr val="dk1">
                    <a:lumMod val="85000"/>
                    <a:lumOff val="15000"/>
                  </a:schemeClr>
                </a:solidFill>
                <a:effectLst/>
                <a:uFillTx/>
                <a:latin typeface="Aptos"/>
              </a:rPr>
              <a:t>Optimization </a:t>
            </a:r>
            <a:r>
              <a:rPr lang="en-US" sz="1000" dirty="0">
                <a:solidFill>
                  <a:schemeClr val="dk1">
                    <a:lumMod val="85000"/>
                    <a:lumOff val="15000"/>
                  </a:schemeClr>
                </a:solidFill>
                <a:latin typeface="Aptos"/>
              </a:rPr>
              <a:t>X bar</a:t>
            </a:r>
            <a:endParaRPr lang="en-CA" sz="1000" b="0" u="none" strike="noStrike" dirty="0">
              <a:solidFill>
                <a:srgbClr val="000000"/>
              </a:solidFill>
              <a:effectLst/>
              <a:uFillTx/>
              <a:latin typeface="Arial"/>
            </a:endParaRPr>
          </a:p>
        </p:txBody>
      </p:sp>
      <p:cxnSp>
        <p:nvCxnSpPr>
          <p:cNvPr id="227" name="Connector: Elbow 225"/>
          <p:cNvCxnSpPr>
            <a:stCxn id="213" idx="0"/>
            <a:endCxn id="214" idx="1"/>
          </p:cNvCxnSpPr>
          <p:nvPr/>
        </p:nvCxnSpPr>
        <p:spPr>
          <a:xfrm rot="5400000" flipH="1" flipV="1">
            <a:off x="5577120" y="3885840"/>
            <a:ext cx="554040" cy="3112920"/>
          </a:xfrm>
          <a:prstGeom prst="bentConnector2">
            <a:avLst/>
          </a:prstGeom>
          <a:ln w="0">
            <a:solidFill>
              <a:srgbClr val="262626"/>
            </a:solidFill>
            <a:tailEnd type="triangle" w="med" len="med"/>
          </a:ln>
        </p:spPr>
      </p:cxnSp>
      <p:cxnSp>
        <p:nvCxnSpPr>
          <p:cNvPr id="228" name="Straight Arrow Connector 230"/>
          <p:cNvCxnSpPr>
            <a:stCxn id="216" idx="3"/>
            <a:endCxn id="219" idx="1"/>
          </p:cNvCxnSpPr>
          <p:nvPr/>
        </p:nvCxnSpPr>
        <p:spPr>
          <a:xfrm>
            <a:off x="9188640" y="3634920"/>
            <a:ext cx="1282680" cy="360"/>
          </a:xfrm>
          <a:prstGeom prst="straightConnector1">
            <a:avLst/>
          </a:prstGeom>
          <a:ln w="0">
            <a:solidFill>
              <a:srgbClr val="262626"/>
            </a:solidFill>
            <a:tailEnd type="triangle" w="med" len="med"/>
          </a:ln>
        </p:spPr>
      </p:cxnSp>
      <p:cxnSp>
        <p:nvCxnSpPr>
          <p:cNvPr id="229" name="Straight Arrow Connector 245"/>
          <p:cNvCxnSpPr>
            <a:stCxn id="206" idx="3"/>
            <a:endCxn id="218" idx="1"/>
          </p:cNvCxnSpPr>
          <p:nvPr/>
        </p:nvCxnSpPr>
        <p:spPr>
          <a:xfrm>
            <a:off x="6129000" y="2128320"/>
            <a:ext cx="4302360" cy="360"/>
          </a:xfrm>
          <a:prstGeom prst="straightConnector1">
            <a:avLst/>
          </a:prstGeom>
          <a:ln w="0">
            <a:solidFill>
              <a:srgbClr val="262626"/>
            </a:solidFill>
            <a:tailEnd type="triangle" w="med" len="med"/>
          </a:ln>
        </p:spPr>
      </p:cxnSp>
      <p:sp>
        <p:nvSpPr>
          <p:cNvPr id="230" name="TextBox 254"/>
          <p:cNvSpPr/>
          <p:nvPr/>
        </p:nvSpPr>
        <p:spPr>
          <a:xfrm>
            <a:off x="8716680" y="6152400"/>
            <a:ext cx="3333240" cy="370800"/>
          </a:xfrm>
          <a:prstGeom prst="rect">
            <a:avLst/>
          </a:prstGeom>
          <a:noFill/>
          <a:ln w="0">
            <a:solidFill>
              <a:srgbClr val="FF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chemeClr val="dk1"/>
                </a:solidFill>
                <a:effectLst/>
                <a:uFillTx/>
                <a:latin typeface="Aptos"/>
              </a:rPr>
              <a:t> Control-limit multiplier (µ ± k σ)</a:t>
            </a:r>
            <a:endParaRPr lang="en-CA" sz="1800" b="0" u="none" strike="noStrike">
              <a:solidFill>
                <a:srgbClr val="000000"/>
              </a:solidFill>
              <a:effectLst/>
              <a:uFillTx/>
              <a:latin typeface="Arial"/>
            </a:endParaRPr>
          </a:p>
        </p:txBody>
      </p:sp>
      <p:pic>
        <p:nvPicPr>
          <p:cNvPr id="2050" name="Picture 2" descr="How to Use GitHub for Code Reviews and Collaboration">
            <a:extLst>
              <a:ext uri="{FF2B5EF4-FFF2-40B4-BE49-F238E27FC236}">
                <a16:creationId xmlns:a16="http://schemas.microsoft.com/office/drawing/2014/main" id="{21ABEE99-36E3-42E4-DE1A-E8CD919248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9412" y="6296225"/>
            <a:ext cx="454455" cy="25563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5C6F863-9C54-F66D-75D4-AED4FC55659B}"/>
              </a:ext>
            </a:extLst>
          </p:cNvPr>
          <p:cNvSpPr txBox="1"/>
          <p:nvPr/>
        </p:nvSpPr>
        <p:spPr>
          <a:xfrm>
            <a:off x="624653" y="6321024"/>
            <a:ext cx="6128950" cy="230832"/>
          </a:xfrm>
          <a:prstGeom prst="rect">
            <a:avLst/>
          </a:prstGeom>
          <a:noFill/>
        </p:spPr>
        <p:txBody>
          <a:bodyPr wrap="square">
            <a:spAutoFit/>
          </a:bodyPr>
          <a:lstStyle/>
          <a:p>
            <a:r>
              <a:rPr lang="en-US" sz="900" dirty="0"/>
              <a:t>https://github.com/Aphiwatppv/Cost-Sensitive-Genetic-Algorithm-Optimization-of-Statistical-Process-Control-Limits/</a:t>
            </a:r>
          </a:p>
        </p:txBody>
      </p:sp>
      <p:cxnSp>
        <p:nvCxnSpPr>
          <p:cNvPr id="3" name="Connector: Elbow 90">
            <a:extLst>
              <a:ext uri="{FF2B5EF4-FFF2-40B4-BE49-F238E27FC236}">
                <a16:creationId xmlns:a16="http://schemas.microsoft.com/office/drawing/2014/main" id="{D3758F15-2D4B-B749-5B9C-0346C75DAB82}"/>
              </a:ext>
            </a:extLst>
          </p:cNvPr>
          <p:cNvCxnSpPr>
            <a:cxnSpLocks/>
            <a:stCxn id="221" idx="1"/>
            <a:endCxn id="214" idx="3"/>
          </p:cNvCxnSpPr>
          <p:nvPr/>
        </p:nvCxnSpPr>
        <p:spPr>
          <a:xfrm rot="10800000" flipV="1">
            <a:off x="9677520" y="4819140"/>
            <a:ext cx="1099800" cy="346320"/>
          </a:xfrm>
          <a:prstGeom prst="bentConnector3">
            <a:avLst>
              <a:gd name="adj1" fmla="val 50000"/>
            </a:avLst>
          </a:prstGeom>
          <a:ln w="0">
            <a:solidFill>
              <a:srgbClr val="262626"/>
            </a:solidFill>
            <a:tailEnd type="triangle" w="med" len="med"/>
          </a:ln>
        </p:spPr>
      </p:cxnSp>
      <p:sp>
        <p:nvSpPr>
          <p:cNvPr id="7" name="TextBox 6">
            <a:extLst>
              <a:ext uri="{FF2B5EF4-FFF2-40B4-BE49-F238E27FC236}">
                <a16:creationId xmlns:a16="http://schemas.microsoft.com/office/drawing/2014/main" id="{232C7171-BB81-DC15-B7F1-E48FD9F58543}"/>
              </a:ext>
            </a:extLst>
          </p:cNvPr>
          <p:cNvSpPr txBox="1"/>
          <p:nvPr/>
        </p:nvSpPr>
        <p:spPr>
          <a:xfrm>
            <a:off x="11189575" y="5150539"/>
            <a:ext cx="571265" cy="246221"/>
          </a:xfrm>
          <a:prstGeom prst="rect">
            <a:avLst/>
          </a:prstGeom>
          <a:noFill/>
        </p:spPr>
        <p:txBody>
          <a:bodyPr wrap="square">
            <a:spAutoFit/>
          </a:bodyPr>
          <a:lstStyle/>
          <a:p>
            <a:pPr algn="ctr" defTabSz="914400">
              <a:lnSpc>
                <a:spcPct val="100000"/>
              </a:lnSpc>
            </a:pPr>
            <a:r>
              <a:rPr lang="en-US" sz="1000" b="0" u="none" strike="noStrike" dirty="0">
                <a:solidFill>
                  <a:schemeClr val="dk1">
                    <a:lumMod val="85000"/>
                    <a:lumOff val="15000"/>
                  </a:schemeClr>
                </a:solidFill>
                <a:effectLst/>
                <a:uFillTx/>
                <a:latin typeface="Aptos"/>
              </a:rPr>
              <a:t>Good</a:t>
            </a:r>
            <a:endParaRPr lang="en-CA" sz="1000" b="0" u="none" strike="noStrike" dirty="0">
              <a:solidFill>
                <a:srgbClr val="000000"/>
              </a:solidFill>
              <a:effectLst/>
              <a:uFillTx/>
              <a:latin typeface="Arial"/>
            </a:endParaRPr>
          </a:p>
        </p:txBody>
      </p:sp>
      <p:sp>
        <p:nvSpPr>
          <p:cNvPr id="9" name="TextBox 8">
            <a:extLst>
              <a:ext uri="{FF2B5EF4-FFF2-40B4-BE49-F238E27FC236}">
                <a16:creationId xmlns:a16="http://schemas.microsoft.com/office/drawing/2014/main" id="{27D93E3B-EC41-006A-58DB-F67421C56D53}"/>
              </a:ext>
            </a:extLst>
          </p:cNvPr>
          <p:cNvSpPr txBox="1"/>
          <p:nvPr/>
        </p:nvSpPr>
        <p:spPr>
          <a:xfrm>
            <a:off x="10037520" y="4554369"/>
            <a:ext cx="786960" cy="246221"/>
          </a:xfrm>
          <a:prstGeom prst="rect">
            <a:avLst/>
          </a:prstGeom>
          <a:noFill/>
        </p:spPr>
        <p:txBody>
          <a:bodyPr wrap="square">
            <a:spAutoFit/>
          </a:bodyPr>
          <a:lstStyle/>
          <a:p>
            <a:pPr algn="ctr" defTabSz="914400">
              <a:lnSpc>
                <a:spcPct val="100000"/>
              </a:lnSpc>
            </a:pPr>
            <a:r>
              <a:rPr lang="en-US" sz="1000" b="0" u="none" strike="noStrike" dirty="0">
                <a:solidFill>
                  <a:schemeClr val="dk1">
                    <a:lumMod val="85000"/>
                    <a:lumOff val="15000"/>
                  </a:schemeClr>
                </a:solidFill>
                <a:effectLst/>
                <a:uFillTx/>
                <a:latin typeface="Aptos"/>
              </a:rPr>
              <a:t> Not Good</a:t>
            </a:r>
            <a:endParaRPr lang="en-CA" sz="1000" b="0" u="none" strike="noStrike" dirty="0">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Rectangle 5"/>
          <p:cNvSpPr/>
          <p:nvPr/>
        </p:nvSpPr>
        <p:spPr>
          <a:xfrm>
            <a:off x="0" y="255600"/>
            <a:ext cx="12190680" cy="564480"/>
          </a:xfrm>
          <a:prstGeom prst="rect">
            <a:avLst/>
          </a:prstGeom>
          <a:blipFill rotWithShape="0">
            <a:blip r:embed="rId2"/>
            <a:srcRect/>
            <a:tile tx="0" ty="0" sx="99955" sy="99963" algn="bl"/>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en-US" sz="1800" b="0" u="none" strike="noStrike">
              <a:solidFill>
                <a:schemeClr val="lt1"/>
              </a:solidFill>
              <a:effectLst/>
              <a:uFillTx/>
              <a:latin typeface="Aptos"/>
            </a:endParaRPr>
          </a:p>
        </p:txBody>
      </p:sp>
      <p:sp>
        <p:nvSpPr>
          <p:cNvPr id="232" name="TextBox 11"/>
          <p:cNvSpPr/>
          <p:nvPr/>
        </p:nvSpPr>
        <p:spPr>
          <a:xfrm>
            <a:off x="210960" y="335520"/>
            <a:ext cx="7169040" cy="39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n-US" sz="2000" b="0" u="none" strike="noStrike">
                <a:solidFill>
                  <a:schemeClr val="lt1"/>
                </a:solidFill>
                <a:effectLst/>
                <a:uFillTx/>
                <a:latin typeface="Aptos"/>
              </a:rPr>
              <a:t>Optimize technique: Genetic Algorithm (GA) </a:t>
            </a:r>
            <a:endParaRPr lang="en-CA" sz="2000" b="0" u="none" strike="noStrike">
              <a:solidFill>
                <a:srgbClr val="000000"/>
              </a:solidFill>
              <a:effectLst/>
              <a:uFillTx/>
              <a:latin typeface="Arial"/>
            </a:endParaRPr>
          </a:p>
        </p:txBody>
      </p:sp>
      <p:sp>
        <p:nvSpPr>
          <p:cNvPr id="233" name="TextBox 12"/>
          <p:cNvSpPr/>
          <p:nvPr/>
        </p:nvSpPr>
        <p:spPr>
          <a:xfrm>
            <a:off x="2296080" y="1889280"/>
            <a:ext cx="7599240" cy="3083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marL="171360" indent="-171360" defTabSz="914400">
              <a:lnSpc>
                <a:spcPct val="100000"/>
              </a:lnSpc>
              <a:spcBef>
                <a:spcPts val="1191"/>
              </a:spcBef>
              <a:spcAft>
                <a:spcPts val="992"/>
              </a:spcAft>
              <a:buClr>
                <a:srgbClr val="000000"/>
              </a:buClr>
              <a:buFont typeface="Arial"/>
              <a:buChar char="•"/>
            </a:pPr>
            <a:r>
              <a:rPr lang="en-CA" sz="2000" b="0" u="none" strike="noStrike">
                <a:solidFill>
                  <a:schemeClr val="dk1"/>
                </a:solidFill>
                <a:effectLst/>
                <a:uFillTx/>
                <a:latin typeface="Aptos Display"/>
              </a:rPr>
              <a:t>A metaheuristic inspired by the process of natural selection. </a:t>
            </a:r>
            <a:endParaRPr lang="en-CA" sz="2000" b="0" u="none" strike="noStrike">
              <a:solidFill>
                <a:srgbClr val="000000"/>
              </a:solidFill>
              <a:effectLst/>
              <a:uFillTx/>
              <a:latin typeface="Arial"/>
            </a:endParaRPr>
          </a:p>
          <a:p>
            <a:pPr marL="171360" indent="-171360" defTabSz="914400">
              <a:lnSpc>
                <a:spcPct val="100000"/>
              </a:lnSpc>
              <a:spcBef>
                <a:spcPts val="1191"/>
              </a:spcBef>
              <a:spcAft>
                <a:spcPts val="992"/>
              </a:spcAft>
              <a:buClr>
                <a:srgbClr val="000000"/>
              </a:buClr>
              <a:buFont typeface="Arial"/>
              <a:buChar char="•"/>
            </a:pPr>
            <a:r>
              <a:rPr lang="en-CA" sz="2000" b="0" u="none" strike="noStrike">
                <a:solidFill>
                  <a:schemeClr val="dk1"/>
                </a:solidFill>
                <a:effectLst/>
                <a:uFillTx/>
                <a:latin typeface="Aptos Display"/>
              </a:rPr>
              <a:t>GA is used to generate solutions to optimization problems by relying on operators such as mutation, crossover, and selection.</a:t>
            </a:r>
            <a:endParaRPr lang="en-CA" sz="2000" b="0" u="none" strike="noStrike">
              <a:solidFill>
                <a:srgbClr val="000000"/>
              </a:solidFill>
              <a:effectLst/>
              <a:uFillTx/>
              <a:latin typeface="Arial"/>
            </a:endParaRPr>
          </a:p>
          <a:p>
            <a:pPr marL="171360" indent="-171360" defTabSz="914400">
              <a:lnSpc>
                <a:spcPct val="100000"/>
              </a:lnSpc>
              <a:spcBef>
                <a:spcPts val="1191"/>
              </a:spcBef>
              <a:spcAft>
                <a:spcPts val="992"/>
              </a:spcAft>
              <a:buClr>
                <a:srgbClr val="000000"/>
              </a:buClr>
              <a:buFont typeface="Arial"/>
              <a:buChar char="•"/>
            </a:pPr>
            <a:r>
              <a:rPr lang="en-CA" sz="2000" b="0" u="none" strike="noStrike">
                <a:solidFill>
                  <a:schemeClr val="dk1"/>
                </a:solidFill>
                <a:effectLst/>
                <a:uFillTx/>
                <a:latin typeface="Aptos Display"/>
              </a:rPr>
              <a:t>GA can efficiently explore a wide range of potential 'k' values aiming to minimize the cost function (involving FP, FN, and OOC costs)</a:t>
            </a:r>
            <a:endParaRPr lang="en-CA" sz="20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31BE3-6ABA-BE4A-8723-5FF8C71C0824}"/>
            </a:ext>
          </a:extLst>
        </p:cNvPr>
        <p:cNvGrpSpPr/>
        <p:nvPr/>
      </p:nvGrpSpPr>
      <p:grpSpPr>
        <a:xfrm>
          <a:off x="0" y="0"/>
          <a:ext cx="0" cy="0"/>
          <a:chOff x="0" y="0"/>
          <a:chExt cx="0" cy="0"/>
        </a:xfrm>
      </p:grpSpPr>
      <p:sp>
        <p:nvSpPr>
          <p:cNvPr id="234" name="Rectangle 11">
            <a:extLst>
              <a:ext uri="{FF2B5EF4-FFF2-40B4-BE49-F238E27FC236}">
                <a16:creationId xmlns:a16="http://schemas.microsoft.com/office/drawing/2014/main" id="{56EB5DEC-3448-C68F-5893-4D4220F92203}"/>
              </a:ext>
            </a:extLst>
          </p:cNvPr>
          <p:cNvSpPr/>
          <p:nvPr/>
        </p:nvSpPr>
        <p:spPr>
          <a:xfrm>
            <a:off x="1320" y="236347"/>
            <a:ext cx="12190680" cy="564480"/>
          </a:xfrm>
          <a:prstGeom prst="rect">
            <a:avLst/>
          </a:prstGeom>
          <a:blipFill rotWithShape="0">
            <a:blip r:embed="rId2"/>
            <a:srcRect/>
            <a:tile tx="0" ty="0" sx="99955" sy="99963" algn="bl"/>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235" name="TextBox 13">
            <a:extLst>
              <a:ext uri="{FF2B5EF4-FFF2-40B4-BE49-F238E27FC236}">
                <a16:creationId xmlns:a16="http://schemas.microsoft.com/office/drawing/2014/main" id="{AB13F106-ED75-6F8E-0B07-2193D5631C54}"/>
              </a:ext>
            </a:extLst>
          </p:cNvPr>
          <p:cNvSpPr/>
          <p:nvPr/>
        </p:nvSpPr>
        <p:spPr>
          <a:xfrm>
            <a:off x="77400" y="347040"/>
            <a:ext cx="9612000" cy="40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000" b="0" u="none" strike="noStrike" dirty="0">
                <a:solidFill>
                  <a:schemeClr val="lt1"/>
                </a:solidFill>
                <a:effectLst/>
                <a:uFillTx/>
                <a:latin typeface="Aptos"/>
              </a:rPr>
              <a:t>Optimal Control Limit Multiplier (k) Determination Based on Cost-Sensitive Analysis</a:t>
            </a:r>
            <a:endParaRPr lang="en-CA" sz="2000" b="0" u="none" strike="noStrike" dirty="0">
              <a:solidFill>
                <a:srgbClr val="000000"/>
              </a:solidFill>
              <a:effectLst/>
              <a:uFillTx/>
              <a:latin typeface="Arial"/>
            </a:endParaRPr>
          </a:p>
        </p:txBody>
      </p:sp>
      <p:pic>
        <p:nvPicPr>
          <p:cNvPr id="3" name="Picture 2">
            <a:extLst>
              <a:ext uri="{FF2B5EF4-FFF2-40B4-BE49-F238E27FC236}">
                <a16:creationId xmlns:a16="http://schemas.microsoft.com/office/drawing/2014/main" id="{13BE40EB-173F-880E-8BEE-43A1E6461A76}"/>
              </a:ext>
            </a:extLst>
          </p:cNvPr>
          <p:cNvPicPr>
            <a:picLocks noChangeAspect="1"/>
          </p:cNvPicPr>
          <p:nvPr/>
        </p:nvPicPr>
        <p:blipFill>
          <a:blip r:embed="rId3"/>
          <a:stretch>
            <a:fillRect/>
          </a:stretch>
        </p:blipFill>
        <p:spPr>
          <a:xfrm>
            <a:off x="70807" y="1748561"/>
            <a:ext cx="3956476" cy="2434755"/>
          </a:xfrm>
          <a:prstGeom prst="rect">
            <a:avLst/>
          </a:prstGeom>
        </p:spPr>
      </p:pic>
      <p:pic>
        <p:nvPicPr>
          <p:cNvPr id="5" name="Picture 4">
            <a:extLst>
              <a:ext uri="{FF2B5EF4-FFF2-40B4-BE49-F238E27FC236}">
                <a16:creationId xmlns:a16="http://schemas.microsoft.com/office/drawing/2014/main" id="{3407E5F5-3FC1-24FA-00F7-82496CE92605}"/>
              </a:ext>
            </a:extLst>
          </p:cNvPr>
          <p:cNvPicPr>
            <a:picLocks noChangeAspect="1"/>
          </p:cNvPicPr>
          <p:nvPr/>
        </p:nvPicPr>
        <p:blipFill>
          <a:blip r:embed="rId4"/>
          <a:stretch>
            <a:fillRect/>
          </a:stretch>
        </p:blipFill>
        <p:spPr>
          <a:xfrm>
            <a:off x="4206957" y="1828408"/>
            <a:ext cx="3919699" cy="2412123"/>
          </a:xfrm>
          <a:prstGeom prst="rect">
            <a:avLst/>
          </a:prstGeom>
        </p:spPr>
      </p:pic>
      <p:pic>
        <p:nvPicPr>
          <p:cNvPr id="9" name="Picture 8">
            <a:extLst>
              <a:ext uri="{FF2B5EF4-FFF2-40B4-BE49-F238E27FC236}">
                <a16:creationId xmlns:a16="http://schemas.microsoft.com/office/drawing/2014/main" id="{0D7275C8-7944-13BC-2B71-906CF4FCAE94}"/>
              </a:ext>
            </a:extLst>
          </p:cNvPr>
          <p:cNvPicPr>
            <a:picLocks noChangeAspect="1"/>
          </p:cNvPicPr>
          <p:nvPr/>
        </p:nvPicPr>
        <p:blipFill>
          <a:blip r:embed="rId5"/>
          <a:stretch>
            <a:fillRect/>
          </a:stretch>
        </p:blipFill>
        <p:spPr>
          <a:xfrm>
            <a:off x="8272301" y="1837583"/>
            <a:ext cx="3919699" cy="2412123"/>
          </a:xfrm>
          <a:prstGeom prst="rect">
            <a:avLst/>
          </a:prstGeom>
        </p:spPr>
      </p:pic>
      <p:pic>
        <p:nvPicPr>
          <p:cNvPr id="10" name="Picture 9">
            <a:extLst>
              <a:ext uri="{FF2B5EF4-FFF2-40B4-BE49-F238E27FC236}">
                <a16:creationId xmlns:a16="http://schemas.microsoft.com/office/drawing/2014/main" id="{7A9EC610-1278-0B86-F175-596F0DE125AB}"/>
              </a:ext>
            </a:extLst>
          </p:cNvPr>
          <p:cNvPicPr/>
          <p:nvPr/>
        </p:nvPicPr>
        <p:blipFill>
          <a:blip r:embed="rId6"/>
          <a:stretch/>
        </p:blipFill>
        <p:spPr>
          <a:xfrm>
            <a:off x="435759" y="4638892"/>
            <a:ext cx="3011760" cy="1203840"/>
          </a:xfrm>
          <a:prstGeom prst="rect">
            <a:avLst/>
          </a:prstGeom>
          <a:noFill/>
          <a:ln w="0">
            <a:noFill/>
          </a:ln>
        </p:spPr>
      </p:pic>
      <p:sp>
        <p:nvSpPr>
          <p:cNvPr id="11" name="Rectangle 22">
            <a:extLst>
              <a:ext uri="{FF2B5EF4-FFF2-40B4-BE49-F238E27FC236}">
                <a16:creationId xmlns:a16="http://schemas.microsoft.com/office/drawing/2014/main" id="{7BFFE3FE-E084-DBC3-FB9C-E3B0DD168340}"/>
              </a:ext>
            </a:extLst>
          </p:cNvPr>
          <p:cNvSpPr/>
          <p:nvPr/>
        </p:nvSpPr>
        <p:spPr>
          <a:xfrm>
            <a:off x="630355" y="5960864"/>
            <a:ext cx="1678680" cy="42552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dirty="0">
                <a:solidFill>
                  <a:schemeClr val="lt1"/>
                </a:solidFill>
                <a:effectLst/>
                <a:uFillTx/>
                <a:latin typeface="Aptos"/>
              </a:rPr>
              <a:t>Total Cost(k=2.34) = 27</a:t>
            </a:r>
            <a:endParaRPr lang="en-CA" sz="1000" b="0" u="none" strike="noStrike" dirty="0">
              <a:solidFill>
                <a:srgbClr val="FFFFFF"/>
              </a:solidFill>
              <a:effectLst/>
              <a:uFillTx/>
              <a:latin typeface="Arial"/>
            </a:endParaRPr>
          </a:p>
        </p:txBody>
      </p:sp>
      <p:cxnSp>
        <p:nvCxnSpPr>
          <p:cNvPr id="21" name="Straight Connector 20">
            <a:extLst>
              <a:ext uri="{FF2B5EF4-FFF2-40B4-BE49-F238E27FC236}">
                <a16:creationId xmlns:a16="http://schemas.microsoft.com/office/drawing/2014/main" id="{18AEAF8E-568F-F54B-344F-E703778389B2}"/>
              </a:ext>
            </a:extLst>
          </p:cNvPr>
          <p:cNvCxnSpPr>
            <a:cxnSpLocks/>
          </p:cNvCxnSpPr>
          <p:nvPr/>
        </p:nvCxnSpPr>
        <p:spPr>
          <a:xfrm>
            <a:off x="1652315" y="1617188"/>
            <a:ext cx="0" cy="238860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A70AB4E-A4E2-6422-B243-95BDAF7E0104}"/>
              </a:ext>
            </a:extLst>
          </p:cNvPr>
          <p:cNvSpPr/>
          <p:nvPr/>
        </p:nvSpPr>
        <p:spPr>
          <a:xfrm>
            <a:off x="1368958" y="1501860"/>
            <a:ext cx="547582" cy="2842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2.34</a:t>
            </a:r>
          </a:p>
        </p:txBody>
      </p:sp>
      <p:sp>
        <p:nvSpPr>
          <p:cNvPr id="4" name="TextBox 3">
            <a:extLst>
              <a:ext uri="{FF2B5EF4-FFF2-40B4-BE49-F238E27FC236}">
                <a16:creationId xmlns:a16="http://schemas.microsoft.com/office/drawing/2014/main" id="{552EA212-C31C-93F7-0985-0C4CA5FB029C}"/>
              </a:ext>
            </a:extLst>
          </p:cNvPr>
          <p:cNvSpPr txBox="1"/>
          <p:nvPr/>
        </p:nvSpPr>
        <p:spPr>
          <a:xfrm>
            <a:off x="8126656" y="4231172"/>
            <a:ext cx="3261945" cy="238527"/>
          </a:xfrm>
          <a:prstGeom prst="rect">
            <a:avLst/>
          </a:prstGeom>
          <a:noFill/>
        </p:spPr>
        <p:txBody>
          <a:bodyPr wrap="square">
            <a:spAutoFit/>
          </a:bodyPr>
          <a:lstStyle/>
          <a:p>
            <a:pPr marL="182880" marR="0" indent="0" algn="just">
              <a:lnSpc>
                <a:spcPct val="95000"/>
              </a:lnSpc>
              <a:spcAft>
                <a:spcPts val="600"/>
              </a:spcAft>
              <a:tabLst>
                <a:tab pos="182880" algn="l"/>
              </a:tabLst>
            </a:pPr>
            <a:r>
              <a:rPr lang="x-none" sz="1000" spc="-5" dirty="0">
                <a:effectLst/>
                <a:latin typeface="Times New Roman" panose="02020603050405020304" pitchFamily="18" charset="0"/>
                <a:ea typeface="SimSun" panose="02010600030101010101" pitchFamily="2" charset="-122"/>
              </a:rPr>
              <a:t>Fig</a:t>
            </a:r>
            <a:r>
              <a:rPr lang="en-US" sz="1000" spc="-5" dirty="0">
                <a:effectLst/>
                <a:latin typeface="Times New Roman" panose="02020603050405020304" pitchFamily="18" charset="0"/>
                <a:ea typeface="SimSun" panose="02010600030101010101" pitchFamily="2" charset="-122"/>
              </a:rPr>
              <a:t>3</a:t>
            </a:r>
            <a:r>
              <a:rPr lang="x-none" sz="1000" spc="-5" dirty="0">
                <a:effectLst/>
                <a:latin typeface="Times New Roman" panose="02020603050405020304" pitchFamily="18" charset="0"/>
                <a:ea typeface="SimSun" panose="02010600030101010101" pitchFamily="2" charset="-122"/>
              </a:rPr>
              <a:t>. False-positive rate versus control-limit multiplier k</a:t>
            </a:r>
            <a:endParaRPr lang="en-US" sz="1050" spc="-5" dirty="0">
              <a:effectLst/>
              <a:latin typeface="Times New Roman" panose="02020603050405020304" pitchFamily="18" charset="0"/>
              <a:ea typeface="SimSun" panose="02010600030101010101" pitchFamily="2" charset="-122"/>
            </a:endParaRPr>
          </a:p>
        </p:txBody>
      </p:sp>
      <p:sp>
        <p:nvSpPr>
          <p:cNvPr id="7" name="TextBox 6">
            <a:extLst>
              <a:ext uri="{FF2B5EF4-FFF2-40B4-BE49-F238E27FC236}">
                <a16:creationId xmlns:a16="http://schemas.microsoft.com/office/drawing/2014/main" id="{DF2DC202-A663-3A19-566A-ADF07E7F747C}"/>
              </a:ext>
            </a:extLst>
          </p:cNvPr>
          <p:cNvSpPr txBox="1"/>
          <p:nvPr/>
        </p:nvSpPr>
        <p:spPr>
          <a:xfrm>
            <a:off x="435759" y="4108062"/>
            <a:ext cx="2763392" cy="246221"/>
          </a:xfrm>
          <a:prstGeom prst="rect">
            <a:avLst/>
          </a:prstGeom>
          <a:noFill/>
        </p:spPr>
        <p:txBody>
          <a:bodyPr wrap="square">
            <a:spAutoFit/>
          </a:bodyPr>
          <a:lstStyle/>
          <a:p>
            <a:r>
              <a:rPr lang="en-US" sz="1000" dirty="0"/>
              <a:t>Fig1. Total cost versus k under the cost model.</a:t>
            </a:r>
          </a:p>
        </p:txBody>
      </p:sp>
      <p:sp>
        <p:nvSpPr>
          <p:cNvPr id="12" name="TextBox 11">
            <a:extLst>
              <a:ext uri="{FF2B5EF4-FFF2-40B4-BE49-F238E27FC236}">
                <a16:creationId xmlns:a16="http://schemas.microsoft.com/office/drawing/2014/main" id="{A1E49277-088C-82D9-EF09-0D6A68A2AFE0}"/>
              </a:ext>
            </a:extLst>
          </p:cNvPr>
          <p:cNvSpPr txBox="1"/>
          <p:nvPr/>
        </p:nvSpPr>
        <p:spPr>
          <a:xfrm>
            <a:off x="4282254" y="4183316"/>
            <a:ext cx="2281603" cy="246221"/>
          </a:xfrm>
          <a:prstGeom prst="rect">
            <a:avLst/>
          </a:prstGeom>
          <a:noFill/>
        </p:spPr>
        <p:txBody>
          <a:bodyPr wrap="square">
            <a:spAutoFit/>
          </a:bodyPr>
          <a:lstStyle/>
          <a:p>
            <a:r>
              <a:rPr lang="en-US" sz="1000" dirty="0"/>
              <a:t>Fig2. Total cost versus alarm rate</a:t>
            </a:r>
          </a:p>
        </p:txBody>
      </p:sp>
      <p:cxnSp>
        <p:nvCxnSpPr>
          <p:cNvPr id="29" name="Straight Connector 28">
            <a:extLst>
              <a:ext uri="{FF2B5EF4-FFF2-40B4-BE49-F238E27FC236}">
                <a16:creationId xmlns:a16="http://schemas.microsoft.com/office/drawing/2014/main" id="{A596A6F3-4F1D-1BA2-A781-B0FF17E3ABA1}"/>
              </a:ext>
            </a:extLst>
          </p:cNvPr>
          <p:cNvCxnSpPr>
            <a:cxnSpLocks/>
          </p:cNvCxnSpPr>
          <p:nvPr/>
        </p:nvCxnSpPr>
        <p:spPr>
          <a:xfrm>
            <a:off x="5761254" y="1639402"/>
            <a:ext cx="0" cy="238860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20D5151D-5257-E41F-07C2-A5708ECAB661}"/>
              </a:ext>
            </a:extLst>
          </p:cNvPr>
          <p:cNvSpPr/>
          <p:nvPr/>
        </p:nvSpPr>
        <p:spPr>
          <a:xfrm>
            <a:off x="5477897" y="1530985"/>
            <a:ext cx="547582" cy="2842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2.34</a:t>
            </a:r>
          </a:p>
        </p:txBody>
      </p:sp>
      <p:cxnSp>
        <p:nvCxnSpPr>
          <p:cNvPr id="31" name="Straight Connector 30">
            <a:extLst>
              <a:ext uri="{FF2B5EF4-FFF2-40B4-BE49-F238E27FC236}">
                <a16:creationId xmlns:a16="http://schemas.microsoft.com/office/drawing/2014/main" id="{903E36C2-85D1-BC18-0A1D-B47AC54F35CA}"/>
              </a:ext>
            </a:extLst>
          </p:cNvPr>
          <p:cNvCxnSpPr>
            <a:cxnSpLocks/>
          </p:cNvCxnSpPr>
          <p:nvPr/>
        </p:nvCxnSpPr>
        <p:spPr>
          <a:xfrm>
            <a:off x="9870193" y="1690215"/>
            <a:ext cx="0" cy="238860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6070EF97-ED15-249B-F6D8-EF0444179915}"/>
              </a:ext>
            </a:extLst>
          </p:cNvPr>
          <p:cNvSpPr/>
          <p:nvPr/>
        </p:nvSpPr>
        <p:spPr>
          <a:xfrm>
            <a:off x="9586836" y="1572083"/>
            <a:ext cx="547582" cy="2842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2.34</a:t>
            </a:r>
          </a:p>
        </p:txBody>
      </p:sp>
    </p:spTree>
    <p:extLst>
      <p:ext uri="{BB962C8B-B14F-4D97-AF65-F5344CB8AC3E}">
        <p14:creationId xmlns:p14="http://schemas.microsoft.com/office/powerpoint/2010/main" val="1975991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Rectangle 11"/>
          <p:cNvSpPr/>
          <p:nvPr/>
        </p:nvSpPr>
        <p:spPr>
          <a:xfrm>
            <a:off x="0" y="255600"/>
            <a:ext cx="12190680" cy="564480"/>
          </a:xfrm>
          <a:prstGeom prst="rect">
            <a:avLst/>
          </a:prstGeom>
          <a:blipFill rotWithShape="0">
            <a:blip r:embed="rId2"/>
            <a:srcRect/>
            <a:tile tx="0" ty="0" sx="99955" sy="99963" algn="bl"/>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Aptos"/>
            </a:endParaRPr>
          </a:p>
        </p:txBody>
      </p:sp>
      <p:sp>
        <p:nvSpPr>
          <p:cNvPr id="235" name="TextBox 13"/>
          <p:cNvSpPr/>
          <p:nvPr/>
        </p:nvSpPr>
        <p:spPr>
          <a:xfrm>
            <a:off x="77400" y="347040"/>
            <a:ext cx="9612000" cy="40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000" b="0" u="none" strike="noStrike" dirty="0">
                <a:solidFill>
                  <a:schemeClr val="lt1"/>
                </a:solidFill>
                <a:effectLst/>
                <a:uFillTx/>
                <a:latin typeface="Aptos"/>
              </a:rPr>
              <a:t>Compare between Traditional SPC X – Bar vs Optimization SPC</a:t>
            </a:r>
            <a:endParaRPr lang="en-CA" sz="2000" b="0" u="none" strike="noStrike" dirty="0">
              <a:solidFill>
                <a:srgbClr val="000000"/>
              </a:solidFill>
              <a:effectLst/>
              <a:uFillTx/>
              <a:latin typeface="Arial"/>
            </a:endParaRPr>
          </a:p>
        </p:txBody>
      </p:sp>
      <p:pic>
        <p:nvPicPr>
          <p:cNvPr id="236" name="Picture 6"/>
          <p:cNvPicPr/>
          <p:nvPr/>
        </p:nvPicPr>
        <p:blipFill>
          <a:blip r:embed="rId3"/>
          <a:stretch/>
        </p:blipFill>
        <p:spPr>
          <a:xfrm>
            <a:off x="168840" y="3801240"/>
            <a:ext cx="8240760" cy="2577960"/>
          </a:xfrm>
          <a:prstGeom prst="rect">
            <a:avLst/>
          </a:prstGeom>
          <a:noFill/>
          <a:ln w="0">
            <a:noFill/>
          </a:ln>
        </p:spPr>
      </p:pic>
      <p:pic>
        <p:nvPicPr>
          <p:cNvPr id="237" name="Picture 7"/>
          <p:cNvPicPr/>
          <p:nvPr/>
        </p:nvPicPr>
        <p:blipFill>
          <a:blip r:embed="rId4"/>
          <a:stretch/>
        </p:blipFill>
        <p:spPr>
          <a:xfrm>
            <a:off x="168840" y="912960"/>
            <a:ext cx="8331840" cy="2606760"/>
          </a:xfrm>
          <a:prstGeom prst="rect">
            <a:avLst/>
          </a:prstGeom>
          <a:noFill/>
          <a:ln w="0">
            <a:noFill/>
          </a:ln>
        </p:spPr>
      </p:pic>
      <p:pic>
        <p:nvPicPr>
          <p:cNvPr id="238" name="Picture 9"/>
          <p:cNvPicPr/>
          <p:nvPr/>
        </p:nvPicPr>
        <p:blipFill>
          <a:blip r:embed="rId5"/>
          <a:stretch/>
        </p:blipFill>
        <p:spPr>
          <a:xfrm>
            <a:off x="8760600" y="4488480"/>
            <a:ext cx="3011760" cy="1203840"/>
          </a:xfrm>
          <a:prstGeom prst="rect">
            <a:avLst/>
          </a:prstGeom>
          <a:noFill/>
          <a:ln w="0">
            <a:noFill/>
          </a:ln>
        </p:spPr>
      </p:pic>
      <p:pic>
        <p:nvPicPr>
          <p:cNvPr id="239" name="Picture 10"/>
          <p:cNvPicPr/>
          <p:nvPr/>
        </p:nvPicPr>
        <p:blipFill>
          <a:blip r:embed="rId6"/>
          <a:stretch/>
        </p:blipFill>
        <p:spPr>
          <a:xfrm>
            <a:off x="8624160" y="1274760"/>
            <a:ext cx="3285000" cy="1284480"/>
          </a:xfrm>
          <a:prstGeom prst="rect">
            <a:avLst/>
          </a:prstGeom>
          <a:noFill/>
          <a:ln w="0">
            <a:noFill/>
          </a:ln>
        </p:spPr>
      </p:pic>
      <p:sp>
        <p:nvSpPr>
          <p:cNvPr id="240" name="Rectangle 19"/>
          <p:cNvSpPr/>
          <p:nvPr/>
        </p:nvSpPr>
        <p:spPr>
          <a:xfrm>
            <a:off x="551520" y="912960"/>
            <a:ext cx="1501920" cy="26424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lt1"/>
                </a:solidFill>
                <a:effectLst/>
                <a:uFillTx/>
                <a:latin typeface="Aptos"/>
              </a:rPr>
              <a:t>Traditional X-Bar Chart</a:t>
            </a:r>
            <a:endParaRPr lang="en-CA" sz="1000" b="0" u="none" strike="noStrike">
              <a:solidFill>
                <a:srgbClr val="FFFFFF"/>
              </a:solidFill>
              <a:effectLst/>
              <a:uFillTx/>
              <a:latin typeface="Arial"/>
            </a:endParaRPr>
          </a:p>
        </p:txBody>
      </p:sp>
      <p:sp>
        <p:nvSpPr>
          <p:cNvPr id="241" name="Rectangle 20"/>
          <p:cNvSpPr/>
          <p:nvPr/>
        </p:nvSpPr>
        <p:spPr>
          <a:xfrm>
            <a:off x="551520" y="3912120"/>
            <a:ext cx="1605600" cy="26424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lt1"/>
                </a:solidFill>
                <a:effectLst/>
                <a:uFillTx/>
                <a:latin typeface="Aptos"/>
              </a:rPr>
              <a:t>Optimization X-bar Chart</a:t>
            </a:r>
            <a:endParaRPr lang="en-CA" sz="1000" b="0" u="none" strike="noStrike">
              <a:solidFill>
                <a:srgbClr val="FFFFFF"/>
              </a:solidFill>
              <a:effectLst/>
              <a:uFillTx/>
              <a:latin typeface="Arial"/>
            </a:endParaRPr>
          </a:p>
        </p:txBody>
      </p:sp>
      <p:sp>
        <p:nvSpPr>
          <p:cNvPr id="242" name="Rectangle 21"/>
          <p:cNvSpPr/>
          <p:nvPr/>
        </p:nvSpPr>
        <p:spPr>
          <a:xfrm>
            <a:off x="8760600" y="2749320"/>
            <a:ext cx="1550880" cy="3099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lt1"/>
                </a:solidFill>
                <a:effectLst/>
                <a:uFillTx/>
                <a:latin typeface="Aptos"/>
              </a:rPr>
              <a:t>Total Cost(k=3) = 109.5</a:t>
            </a:r>
            <a:endParaRPr lang="en-CA" sz="1000" b="0" u="none" strike="noStrike">
              <a:solidFill>
                <a:srgbClr val="FFFFFF"/>
              </a:solidFill>
              <a:effectLst/>
              <a:uFillTx/>
              <a:latin typeface="Arial"/>
            </a:endParaRPr>
          </a:p>
        </p:txBody>
      </p:sp>
      <p:sp>
        <p:nvSpPr>
          <p:cNvPr id="243" name="Rectangle 22"/>
          <p:cNvSpPr/>
          <p:nvPr/>
        </p:nvSpPr>
        <p:spPr>
          <a:xfrm>
            <a:off x="8760600" y="5693760"/>
            <a:ext cx="1678680" cy="42552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lt1"/>
                </a:solidFill>
                <a:effectLst/>
                <a:uFillTx/>
                <a:latin typeface="Aptos"/>
              </a:rPr>
              <a:t>Total Cost(k=2.34) = 27</a:t>
            </a:r>
            <a:endParaRPr lang="en-CA" sz="1000" b="0" u="none" strike="noStrike">
              <a:solidFill>
                <a:srgbClr val="FFFFFF"/>
              </a:solidFill>
              <a:effectLst/>
              <a:uFillTx/>
              <a:latin typeface="Arial"/>
            </a:endParaRPr>
          </a:p>
        </p:txBody>
      </p:sp>
      <p:sp>
        <p:nvSpPr>
          <p:cNvPr id="3" name="TextBox 2">
            <a:extLst>
              <a:ext uri="{FF2B5EF4-FFF2-40B4-BE49-F238E27FC236}">
                <a16:creationId xmlns:a16="http://schemas.microsoft.com/office/drawing/2014/main" id="{EF7DFD87-D7DE-B568-7BAB-7DFAB88D457E}"/>
              </a:ext>
            </a:extLst>
          </p:cNvPr>
          <p:cNvSpPr txBox="1"/>
          <p:nvPr/>
        </p:nvSpPr>
        <p:spPr>
          <a:xfrm>
            <a:off x="9020160" y="3490242"/>
            <a:ext cx="2889000" cy="553998"/>
          </a:xfrm>
          <a:prstGeom prst="rect">
            <a:avLst/>
          </a:prstGeom>
          <a:noFill/>
          <a:ln>
            <a:solidFill>
              <a:schemeClr val="accent6"/>
            </a:solidFill>
          </a:ln>
        </p:spPr>
        <p:txBody>
          <a:bodyPr wrap="square">
            <a:spAutoFit/>
          </a:bodyPr>
          <a:lstStyle/>
          <a:p>
            <a:r>
              <a:rPr lang="en-US" sz="1000" dirty="0"/>
              <a:t>Using an Optimized SPC X-bar Chart helps lower cost from 109.5 to 27, which shows the efficiency of Optimization SPC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Rectangle 14"/>
          <p:cNvSpPr/>
          <p:nvPr/>
        </p:nvSpPr>
        <p:spPr>
          <a:xfrm>
            <a:off x="0" y="255600"/>
            <a:ext cx="12190680" cy="564480"/>
          </a:xfrm>
          <a:prstGeom prst="rect">
            <a:avLst/>
          </a:prstGeom>
          <a:blipFill rotWithShape="0">
            <a:blip r:embed="rId2"/>
            <a:srcRect/>
            <a:tile tx="0" ty="0" sx="99955" sy="99963" algn="bl"/>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en-US" sz="1800" b="0" u="none" strike="noStrike">
              <a:solidFill>
                <a:schemeClr val="lt1"/>
              </a:solidFill>
              <a:effectLst/>
              <a:uFillTx/>
              <a:latin typeface="Aptos"/>
            </a:endParaRPr>
          </a:p>
        </p:txBody>
      </p:sp>
      <p:sp>
        <p:nvSpPr>
          <p:cNvPr id="251" name="TextBox 27"/>
          <p:cNvSpPr/>
          <p:nvPr/>
        </p:nvSpPr>
        <p:spPr>
          <a:xfrm>
            <a:off x="210960" y="335520"/>
            <a:ext cx="3028680" cy="39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000" b="0" u="none" strike="noStrike">
                <a:solidFill>
                  <a:schemeClr val="lt1"/>
                </a:solidFill>
                <a:effectLst/>
                <a:uFillTx/>
                <a:latin typeface="Aptos"/>
              </a:rPr>
              <a:t>Future Work</a:t>
            </a:r>
            <a:endParaRPr lang="en-CA" sz="2000" b="0" u="none" strike="noStrike">
              <a:solidFill>
                <a:srgbClr val="000000"/>
              </a:solidFill>
              <a:effectLst/>
              <a:uFillTx/>
              <a:latin typeface="Arial"/>
            </a:endParaRPr>
          </a:p>
        </p:txBody>
      </p:sp>
      <p:sp>
        <p:nvSpPr>
          <p:cNvPr id="252" name="TextBox 28"/>
          <p:cNvSpPr/>
          <p:nvPr/>
        </p:nvSpPr>
        <p:spPr>
          <a:xfrm>
            <a:off x="2296080" y="2787840"/>
            <a:ext cx="7599240" cy="128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marL="171360" indent="-171360" defTabSz="914400">
              <a:lnSpc>
                <a:spcPct val="100000"/>
              </a:lnSpc>
              <a:spcBef>
                <a:spcPts val="1191"/>
              </a:spcBef>
              <a:spcAft>
                <a:spcPts val="992"/>
              </a:spcAft>
              <a:buClr>
                <a:srgbClr val="000000"/>
              </a:buClr>
              <a:buFont typeface="Arial"/>
              <a:buChar char="•"/>
            </a:pPr>
            <a:r>
              <a:rPr lang="en-CA" sz="2000" b="0" u="none" strike="noStrike">
                <a:solidFill>
                  <a:schemeClr val="dk1"/>
                </a:solidFill>
                <a:effectLst/>
                <a:uFillTx/>
                <a:latin typeface="Aptos Display"/>
              </a:rPr>
              <a:t>Apply to other SPC chart.</a:t>
            </a:r>
            <a:endParaRPr lang="en-CA" sz="2000" b="0" u="none" strike="noStrike">
              <a:solidFill>
                <a:srgbClr val="000000"/>
              </a:solidFill>
              <a:effectLst/>
              <a:uFillTx/>
              <a:latin typeface="Arial"/>
            </a:endParaRPr>
          </a:p>
          <a:p>
            <a:pPr marL="171360" indent="-171360" defTabSz="914400">
              <a:lnSpc>
                <a:spcPct val="100000"/>
              </a:lnSpc>
              <a:spcBef>
                <a:spcPts val="1191"/>
              </a:spcBef>
              <a:spcAft>
                <a:spcPts val="992"/>
              </a:spcAft>
              <a:buClr>
                <a:srgbClr val="000000"/>
              </a:buClr>
              <a:buFont typeface="Arial"/>
              <a:buChar char="•"/>
            </a:pPr>
            <a:r>
              <a:rPr lang="en-CA" sz="2000" b="0" u="none" strike="noStrike">
                <a:solidFill>
                  <a:schemeClr val="dk1"/>
                </a:solidFill>
                <a:effectLst/>
                <a:uFillTx/>
                <a:latin typeface="Aptos Display"/>
              </a:rPr>
              <a:t>Working with ML (Machine Learning) for enhanced anomaly detection.</a:t>
            </a:r>
            <a:endParaRPr lang="en-CA" sz="20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DD192-679E-C9EC-0B2E-B01C01EA4AAA}"/>
            </a:ext>
          </a:extLst>
        </p:cNvPr>
        <p:cNvGrpSpPr/>
        <p:nvPr/>
      </p:nvGrpSpPr>
      <p:grpSpPr>
        <a:xfrm>
          <a:off x="0" y="0"/>
          <a:ext cx="0" cy="0"/>
          <a:chOff x="0" y="0"/>
          <a:chExt cx="0" cy="0"/>
        </a:xfrm>
      </p:grpSpPr>
      <p:sp>
        <p:nvSpPr>
          <p:cNvPr id="158" name="Rectangle 3">
            <a:extLst>
              <a:ext uri="{FF2B5EF4-FFF2-40B4-BE49-F238E27FC236}">
                <a16:creationId xmlns:a16="http://schemas.microsoft.com/office/drawing/2014/main" id="{4EFA49F0-6564-6F60-89F2-F2B0381741E8}"/>
              </a:ext>
            </a:extLst>
          </p:cNvPr>
          <p:cNvSpPr/>
          <p:nvPr/>
        </p:nvSpPr>
        <p:spPr>
          <a:xfrm>
            <a:off x="0" y="1373040"/>
            <a:ext cx="12190680" cy="3376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lt1"/>
                </a:solidFill>
                <a:effectLst/>
                <a:uFillTx/>
                <a:latin typeface="Aptos"/>
              </a:rPr>
              <a:t>Integrating Statistical Process Control with Machine Learning-Based Anomaly Detection for Enhanced Process Monitoring</a:t>
            </a:r>
            <a:endParaRPr lang="en-CA" sz="1800" b="0" u="none" strike="noStrike">
              <a:solidFill>
                <a:srgbClr val="000000"/>
              </a:solidFill>
              <a:effectLst/>
              <a:uFillTx/>
              <a:latin typeface="Arial"/>
            </a:endParaRPr>
          </a:p>
        </p:txBody>
      </p:sp>
      <p:sp>
        <p:nvSpPr>
          <p:cNvPr id="159" name="PlaceHolder 1">
            <a:extLst>
              <a:ext uri="{FF2B5EF4-FFF2-40B4-BE49-F238E27FC236}">
                <a16:creationId xmlns:a16="http://schemas.microsoft.com/office/drawing/2014/main" id="{B6912F30-7021-3F2D-7857-43814E50CD9F}"/>
              </a:ext>
            </a:extLst>
          </p:cNvPr>
          <p:cNvSpPr>
            <a:spLocks noGrp="1"/>
          </p:cNvSpPr>
          <p:nvPr>
            <p:ph type="title"/>
          </p:nvPr>
        </p:nvSpPr>
        <p:spPr>
          <a:xfrm>
            <a:off x="4494069" y="2742355"/>
            <a:ext cx="3202542" cy="686645"/>
          </a:xfrm>
          <a:prstGeom prst="rect">
            <a:avLst/>
          </a:prstGeom>
          <a:noFill/>
          <a:ln w="0">
            <a:noFill/>
          </a:ln>
        </p:spPr>
        <p:txBody>
          <a:bodyPr lIns="91440" tIns="45720" rIns="91440" bIns="45720" anchor="b">
            <a:noAutofit/>
          </a:bodyPr>
          <a:lstStyle/>
          <a:p>
            <a:pPr indent="0" algn="ctr" defTabSz="914400">
              <a:lnSpc>
                <a:spcPct val="90000"/>
              </a:lnSpc>
              <a:buNone/>
              <a:tabLst>
                <a:tab pos="0" algn="l"/>
              </a:tabLst>
            </a:pPr>
            <a:r>
              <a:rPr lang="en-US" dirty="0">
                <a:solidFill>
                  <a:schemeClr val="dk1"/>
                </a:solidFill>
                <a:latin typeface="Aptos Display"/>
              </a:rPr>
              <a:t>Q&amp;A</a:t>
            </a:r>
            <a:endParaRPr lang="en-CA" sz="4400" b="0" u="none" strike="noStrike" dirty="0">
              <a:solidFill>
                <a:srgbClr val="FFFFFF"/>
              </a:solidFill>
              <a:effectLst/>
              <a:uFillTx/>
              <a:latin typeface="Arial"/>
            </a:endParaRPr>
          </a:p>
        </p:txBody>
      </p:sp>
    </p:spTree>
    <p:extLst>
      <p:ext uri="{BB962C8B-B14F-4D97-AF65-F5344CB8AC3E}">
        <p14:creationId xmlns:p14="http://schemas.microsoft.com/office/powerpoint/2010/main" val="3826303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838800" y="2615760"/>
            <a:ext cx="10514160" cy="1626120"/>
          </a:xfrm>
          <a:prstGeom prst="rect">
            <a:avLst/>
          </a:prstGeom>
          <a:noFill/>
          <a:ln w="0">
            <a:noFill/>
          </a:ln>
        </p:spPr>
        <p:txBody>
          <a:bodyPr lIns="91440" tIns="45720" rIns="91440" bIns="45720" anchor="b">
            <a:noAutofit/>
          </a:bodyPr>
          <a:lstStyle/>
          <a:p>
            <a:pPr indent="0" algn="ctr">
              <a:lnSpc>
                <a:spcPct val="100000"/>
              </a:lnSpc>
              <a:buNone/>
              <a:tabLst>
                <a:tab pos="0" algn="l"/>
              </a:tabLst>
            </a:pPr>
            <a:r>
              <a:rPr lang="en-CA" sz="4400" b="0" u="none" strike="noStrike">
                <a:solidFill>
                  <a:srgbClr val="000000"/>
                </a:solidFill>
                <a:effectLst/>
                <a:highlight>
                  <a:srgbClr val="FFFFFF"/>
                </a:highlight>
                <a:uFillTx/>
                <a:latin typeface="Arial"/>
              </a:rPr>
              <a:t>“Thank You”</a:t>
            </a:r>
            <a:endParaRPr lang="en-CA" sz="4400" b="0" u="none" strike="noStrike">
              <a:solidFill>
                <a:srgbClr val="FFFFFF"/>
              </a:solidFill>
              <a:effectLst/>
              <a:uFillTx/>
              <a:latin typeface="Arial"/>
            </a:endParaRPr>
          </a:p>
        </p:txBody>
      </p:sp>
    </p:spTree>
  </p:cSld>
  <p:clrMapOvr>
    <a:masterClrMapping/>
  </p:clrMapOvr>
</p:sld>
</file>

<file path=ppt/theme/theme1.xml><?xml version="1.0" encoding="utf-8"?>
<a:theme xmlns:a="http://schemas.openxmlformats.org/drawingml/2006/main" name="MyMasterTemplat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MyMasterTemplate</Template>
  <TotalTime>3716</TotalTime>
  <Words>1148</Words>
  <Application>Microsoft Office PowerPoint</Application>
  <PresentationFormat>Widescreen</PresentationFormat>
  <Paragraphs>127</Paragraphs>
  <Slides>14</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Aptos</vt:lpstr>
      <vt:lpstr>Aptos Display</vt:lpstr>
      <vt:lpstr>Aptos Narrow</vt:lpstr>
      <vt:lpstr>Arial</vt:lpstr>
      <vt:lpstr>Cambria Math</vt:lpstr>
      <vt:lpstr>Symbol</vt:lpstr>
      <vt:lpstr>Times New Roman</vt:lpstr>
      <vt:lpstr>Wingdings</vt:lpstr>
      <vt:lpstr>MyMasterTemplate</vt:lpstr>
      <vt:lpstr>Cost‑Sensitive Genetic‑Algorithm Optimization of Statistical Process Control Limits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Q&amp;A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Aphiwat Deelorm</dc:creator>
  <dc:description/>
  <cp:lastModifiedBy>Aphiwat Deelorm</cp:lastModifiedBy>
  <cp:revision>8</cp:revision>
  <dcterms:created xsi:type="dcterms:W3CDTF">2024-12-16T09:10:21Z</dcterms:created>
  <dcterms:modified xsi:type="dcterms:W3CDTF">2025-06-01T07:32:37Z</dcterms:modified>
  <dc:language>en-CA</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Widescreen</vt:lpwstr>
  </property>
  <property fmtid="{D5CDD505-2E9C-101B-9397-08002B2CF9AE}" pid="4" name="Slides">
    <vt:i4>9</vt:i4>
  </property>
</Properties>
</file>